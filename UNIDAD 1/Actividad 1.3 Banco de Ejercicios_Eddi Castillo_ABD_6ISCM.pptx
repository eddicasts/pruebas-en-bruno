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0"/>
  </p:notesMasterIdLst>
  <p:sldIdLst>
    <p:sldId id="256" r:id="rId2"/>
    <p:sldId id="257" r:id="rId3"/>
    <p:sldId id="258" r:id="rId4"/>
    <p:sldId id="259" r:id="rId5"/>
    <p:sldId id="274" r:id="rId6"/>
    <p:sldId id="272" r:id="rId7"/>
    <p:sldId id="273" r:id="rId8"/>
    <p:sldId id="270" r:id="rId9"/>
  </p:sldIdLst>
  <p:sldSz cx="18288000" cy="10287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525" autoAdjust="0"/>
    <p:restoredTop sz="94660"/>
  </p:normalViewPr>
  <p:slideViewPr>
    <p:cSldViewPr>
      <p:cViewPr varScale="1">
        <p:scale>
          <a:sx n="52" d="100"/>
          <a:sy n="52" d="100"/>
        </p:scale>
        <p:origin x="902"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4"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10CD9A5-8A39-12EA-F4D5-A9CBB8728671}" type="slidenum">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A48B8A6-5F28-DF0F-7835-E0893980F753}"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60175632" name="Slide Image Placeholder 1"/>
          <p:cNvSpPr>
            <a:spLocks noGrp="1" noRot="1" noChangeAspect="1"/>
          </p:cNvSpPr>
          <p:nvPr>
            <p:ph type="sldImg"/>
          </p:nvPr>
        </p:nvSpPr>
        <p:spPr bwMode="auto"/>
      </p:sp>
      <p:sp>
        <p:nvSpPr>
          <p:cNvPr id="400338591" name="Notes Placeholder 2"/>
          <p:cNvSpPr>
            <a:spLocks noGrp="1"/>
          </p:cNvSpPr>
          <p:nvPr>
            <p:ph type="body" idx="1"/>
          </p:nvPr>
        </p:nvSpPr>
        <p:spPr bwMode="auto"/>
        <p:txBody>
          <a:bodyPr/>
          <a:lstStyle/>
          <a:p>
            <a:pPr>
              <a:defRPr/>
            </a:pPr>
            <a:endParaRPr/>
          </a:p>
        </p:txBody>
      </p:sp>
      <p:sp>
        <p:nvSpPr>
          <p:cNvPr id="667513616" name="Slide Number Placeholder 3"/>
          <p:cNvSpPr>
            <a:spLocks noGrp="1"/>
          </p:cNvSpPr>
          <p:nvPr>
            <p:ph type="sldNum" sz="quarter" idx="10"/>
          </p:nvPr>
        </p:nvSpPr>
        <p:spPr bwMode="auto"/>
        <p:txBody>
          <a:bodyPr/>
          <a:lstStyle/>
          <a:p>
            <a:pPr>
              <a:defRPr/>
            </a:pPr>
            <a:fld id="{254060F4-5525-381E-AB54-76A7A727013D}" type="slidenum">
              <a:r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EF4ED26-2ED6-CA49-D44C-D0E4AC6549F6}" type="slidenum">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EF4ED26-2ED6-CA49-D44C-D0E4AC6549F6}" type="slidenum">
              <a:rPr/>
              <a:t>5</a:t>
            </a:fld>
            <a:endParaRPr/>
          </a:p>
        </p:txBody>
      </p:sp>
    </p:spTree>
    <p:extLst>
      <p:ext uri="{BB962C8B-B14F-4D97-AF65-F5344CB8AC3E}">
        <p14:creationId xmlns:p14="http://schemas.microsoft.com/office/powerpoint/2010/main" val="2573632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EF4ED26-2ED6-CA49-D44C-D0E4AC6549F6}" type="slidenum">
              <a:rPr/>
              <a:t>6</a:t>
            </a:fld>
            <a:endParaRPr/>
          </a:p>
        </p:txBody>
      </p:sp>
    </p:spTree>
    <p:extLst>
      <p:ext uri="{BB962C8B-B14F-4D97-AF65-F5344CB8AC3E}">
        <p14:creationId xmlns:p14="http://schemas.microsoft.com/office/powerpoint/2010/main" val="1899174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EF4ED26-2ED6-CA49-D44C-D0E4AC6549F6}" type="slidenum">
              <a:rPr/>
              <a:t>7</a:t>
            </a:fld>
            <a:endParaRPr/>
          </a:p>
        </p:txBody>
      </p:sp>
    </p:spTree>
    <p:extLst>
      <p:ext uri="{BB962C8B-B14F-4D97-AF65-F5344CB8AC3E}">
        <p14:creationId xmlns:p14="http://schemas.microsoft.com/office/powerpoint/2010/main" val="523527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09EC8BC-B3D1-A74E-C214-6A6C616F21EC}" type="slidenum">
              <a:rPr/>
              <a:t>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le Slide">
    <p:spTree>
      <p:nvGrpSpPr>
        <p:cNvPr id="1" name=""/>
        <p:cNvGrpSpPr/>
        <p:nvPr/>
      </p:nvGrpSpPr>
      <p:grpSpPr bwMode="auto">
        <a:xfrm>
          <a:off x="0" y="0"/>
          <a:ext cx="0" cy="0"/>
          <a:chOff x="0" y="0"/>
          <a:chExt cx="0" cy="0"/>
        </a:xfrm>
      </p:grpSpPr>
      <p:sp>
        <p:nvSpPr>
          <p:cNvPr id="125642841" name="Title 1"/>
          <p:cNvSpPr>
            <a:spLocks noGrp="1"/>
          </p:cNvSpPr>
          <p:nvPr>
            <p:ph type="ctrTitle"/>
          </p:nvPr>
        </p:nvSpPr>
        <p:spPr bwMode="auto">
          <a:xfrm>
            <a:off x="685800" y="2130425"/>
            <a:ext cx="7772400" cy="1470025"/>
          </a:xfrm>
        </p:spPr>
        <p:txBody>
          <a:bodyPr/>
          <a:lstStyle/>
          <a:p>
            <a:pPr>
              <a:defRPr/>
            </a:pPr>
            <a:r>
              <a:rPr lang="en-US"/>
              <a:t>Click to edit Master title style</a:t>
            </a:r>
          </a:p>
        </p:txBody>
      </p:sp>
      <p:sp>
        <p:nvSpPr>
          <p:cNvPr id="296080749"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p>
        </p:txBody>
      </p:sp>
      <p:sp>
        <p:nvSpPr>
          <p:cNvPr id="1543561689" name="Date Placeholder 3"/>
          <p:cNvSpPr>
            <a:spLocks noGrp="1"/>
          </p:cNvSpPr>
          <p:nvPr>
            <p:ph type="dt" sz="half" idx="10"/>
          </p:nvPr>
        </p:nvSpPr>
        <p:spPr bwMode="auto"/>
        <p:txBody>
          <a:bodyPr/>
          <a:lstStyle/>
          <a:p>
            <a:pPr>
              <a:defRPr/>
            </a:pPr>
            <a:fld id="{1D8BD707-D9CF-40AE-B4C6-C98DA3205C09}" type="datetimeFigureOut">
              <a:rPr lang="en-US"/>
              <a:t>6/3/2026</a:t>
            </a:fld>
            <a:endParaRPr lang="en-US"/>
          </a:p>
        </p:txBody>
      </p:sp>
      <p:sp>
        <p:nvSpPr>
          <p:cNvPr id="1880519637" name="Footer Placeholder 4"/>
          <p:cNvSpPr>
            <a:spLocks noGrp="1"/>
          </p:cNvSpPr>
          <p:nvPr>
            <p:ph type="ftr" sz="quarter" idx="11"/>
          </p:nvPr>
        </p:nvSpPr>
        <p:spPr bwMode="auto"/>
        <p:txBody>
          <a:bodyPr/>
          <a:lstStyle/>
          <a:p>
            <a:pPr>
              <a:defRPr/>
            </a:pPr>
            <a:endParaRPr lang="en-US"/>
          </a:p>
        </p:txBody>
      </p:sp>
      <p:sp>
        <p:nvSpPr>
          <p:cNvPr id="1604369145" name="Slide Number Placeholder 5"/>
          <p:cNvSpPr>
            <a:spLocks noGrp="1"/>
          </p:cNvSpPr>
          <p:nvPr>
            <p:ph type="sldNum" sz="quarter" idx="12"/>
          </p:nvPr>
        </p:nvSpPr>
        <p:spPr bwMode="auto"/>
        <p:txBody>
          <a:bodyPr/>
          <a:lstStyle/>
          <a:p>
            <a:pPr>
              <a:defRPr/>
            </a:pPr>
            <a:fld id="{B6F15528-21DE-4FAA-801E-634DDDAF4B2B}" type="slidenum">
              <a:rPr lang="en-US"/>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spTree>
      <p:nvGrpSpPr>
        <p:cNvPr id="1" name=""/>
        <p:cNvGrpSpPr/>
        <p:nvPr/>
      </p:nvGrpSpPr>
      <p:grpSpPr bwMode="auto">
        <a:xfrm>
          <a:off x="0" y="0"/>
          <a:ext cx="0" cy="0"/>
          <a:chOff x="0" y="0"/>
          <a:chExt cx="0" cy="0"/>
        </a:xfrm>
      </p:grpSpPr>
      <p:sp>
        <p:nvSpPr>
          <p:cNvPr id="242764143" name="Title 1"/>
          <p:cNvSpPr>
            <a:spLocks noGrp="1"/>
          </p:cNvSpPr>
          <p:nvPr>
            <p:ph type="title"/>
          </p:nvPr>
        </p:nvSpPr>
        <p:spPr bwMode="auto"/>
        <p:txBody>
          <a:bodyPr/>
          <a:lstStyle/>
          <a:p>
            <a:pPr>
              <a:defRPr/>
            </a:pPr>
            <a:r>
              <a:rPr lang="en-US"/>
              <a:t>Click to edit Master title style</a:t>
            </a:r>
          </a:p>
        </p:txBody>
      </p:sp>
      <p:sp>
        <p:nvSpPr>
          <p:cNvPr id="1816609438"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625114869" name="Date Placeholder 3"/>
          <p:cNvSpPr>
            <a:spLocks noGrp="1"/>
          </p:cNvSpPr>
          <p:nvPr>
            <p:ph type="dt" sz="half" idx="10"/>
          </p:nvPr>
        </p:nvSpPr>
        <p:spPr bwMode="auto"/>
        <p:txBody>
          <a:bodyPr/>
          <a:lstStyle/>
          <a:p>
            <a:pPr>
              <a:defRPr/>
            </a:pPr>
            <a:fld id="{1D8BD707-D9CF-40AE-B4C6-C98DA3205C09}" type="datetimeFigureOut">
              <a:rPr lang="en-US"/>
              <a:t>6/3/2026</a:t>
            </a:fld>
            <a:endParaRPr lang="en-US"/>
          </a:p>
        </p:txBody>
      </p:sp>
      <p:sp>
        <p:nvSpPr>
          <p:cNvPr id="205666736" name="Footer Placeholder 4"/>
          <p:cNvSpPr>
            <a:spLocks noGrp="1"/>
          </p:cNvSpPr>
          <p:nvPr>
            <p:ph type="ftr" sz="quarter" idx="11"/>
          </p:nvPr>
        </p:nvSpPr>
        <p:spPr bwMode="auto"/>
        <p:txBody>
          <a:bodyPr/>
          <a:lstStyle/>
          <a:p>
            <a:pPr>
              <a:defRPr/>
            </a:pPr>
            <a:endParaRPr lang="en-US"/>
          </a:p>
        </p:txBody>
      </p:sp>
      <p:sp>
        <p:nvSpPr>
          <p:cNvPr id="218143330" name="Slide Number Placeholder 5"/>
          <p:cNvSpPr>
            <a:spLocks noGrp="1"/>
          </p:cNvSpPr>
          <p:nvPr>
            <p:ph type="sldNum" sz="quarter" idx="12"/>
          </p:nvPr>
        </p:nvSpPr>
        <p:spPr bwMode="auto"/>
        <p:txBody>
          <a:bodyPr/>
          <a:lstStyle/>
          <a:p>
            <a:pPr>
              <a:defRPr/>
            </a:pPr>
            <a:fld id="{B6F15528-21DE-4FAA-801E-634DDDAF4B2B}" type="slidenum">
              <a:rPr lang="en-US"/>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secHead" preserve="1" userDrawn="1">
  <p:cSld name="Section Header">
    <p:spTree>
      <p:nvGrpSpPr>
        <p:cNvPr id="1" name=""/>
        <p:cNvGrpSpPr/>
        <p:nvPr/>
      </p:nvGrpSpPr>
      <p:grpSpPr bwMode="auto">
        <a:xfrm>
          <a:off x="0" y="0"/>
          <a:ext cx="0" cy="0"/>
          <a:chOff x="0" y="0"/>
          <a:chExt cx="0" cy="0"/>
        </a:xfrm>
      </p:grpSpPr>
      <p:sp>
        <p:nvSpPr>
          <p:cNvPr id="766129739"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p>
        </p:txBody>
      </p:sp>
      <p:sp>
        <p:nvSpPr>
          <p:cNvPr id="1934566795"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1752312633" name="Date Placeholder 3"/>
          <p:cNvSpPr>
            <a:spLocks noGrp="1"/>
          </p:cNvSpPr>
          <p:nvPr>
            <p:ph type="dt" sz="half" idx="10"/>
          </p:nvPr>
        </p:nvSpPr>
        <p:spPr bwMode="auto"/>
        <p:txBody>
          <a:bodyPr/>
          <a:lstStyle/>
          <a:p>
            <a:pPr>
              <a:defRPr/>
            </a:pPr>
            <a:fld id="{1D8BD707-D9CF-40AE-B4C6-C98DA3205C09}" type="datetimeFigureOut">
              <a:rPr lang="en-US"/>
              <a:t>6/3/2026</a:t>
            </a:fld>
            <a:endParaRPr lang="en-US"/>
          </a:p>
        </p:txBody>
      </p:sp>
      <p:sp>
        <p:nvSpPr>
          <p:cNvPr id="1286321289" name="Footer Placeholder 4"/>
          <p:cNvSpPr>
            <a:spLocks noGrp="1"/>
          </p:cNvSpPr>
          <p:nvPr>
            <p:ph type="ftr" sz="quarter" idx="11"/>
          </p:nvPr>
        </p:nvSpPr>
        <p:spPr bwMode="auto"/>
        <p:txBody>
          <a:bodyPr/>
          <a:lstStyle/>
          <a:p>
            <a:pPr>
              <a:defRPr/>
            </a:pPr>
            <a:endParaRPr lang="en-US"/>
          </a:p>
        </p:txBody>
      </p:sp>
      <p:sp>
        <p:nvSpPr>
          <p:cNvPr id="554646342" name="Slide Number Placeholder 5"/>
          <p:cNvSpPr>
            <a:spLocks noGrp="1"/>
          </p:cNvSpPr>
          <p:nvPr>
            <p:ph type="sldNum" sz="quarter" idx="12"/>
          </p:nvPr>
        </p:nvSpPr>
        <p:spPr bwMode="auto"/>
        <p:txBody>
          <a:bodyPr/>
          <a:lstStyle/>
          <a:p>
            <a:pPr>
              <a:defRPr/>
            </a:pPr>
            <a:fld id="{B6F15528-21DE-4FAA-801E-634DDDAF4B2B}" type="slidenum">
              <a:rPr lang="en-US"/>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woObj" preserve="1" userDrawn="1">
  <p:cSld name="Two Content">
    <p:spTree>
      <p:nvGrpSpPr>
        <p:cNvPr id="1" name=""/>
        <p:cNvGrpSpPr/>
        <p:nvPr/>
      </p:nvGrpSpPr>
      <p:grpSpPr bwMode="auto">
        <a:xfrm>
          <a:off x="0" y="0"/>
          <a:ext cx="0" cy="0"/>
          <a:chOff x="0" y="0"/>
          <a:chExt cx="0" cy="0"/>
        </a:xfrm>
      </p:grpSpPr>
      <p:sp>
        <p:nvSpPr>
          <p:cNvPr id="176279886" name="Title 1"/>
          <p:cNvSpPr>
            <a:spLocks noGrp="1"/>
          </p:cNvSpPr>
          <p:nvPr>
            <p:ph type="title"/>
          </p:nvPr>
        </p:nvSpPr>
        <p:spPr bwMode="auto"/>
        <p:txBody>
          <a:bodyPr/>
          <a:lstStyle/>
          <a:p>
            <a:pPr>
              <a:defRPr/>
            </a:pPr>
            <a:r>
              <a:rPr lang="en-US"/>
              <a:t>Click to edit Master title style</a:t>
            </a:r>
          </a:p>
        </p:txBody>
      </p:sp>
      <p:sp>
        <p:nvSpPr>
          <p:cNvPr id="108114976"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330116243"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708454044" name="Date Placeholder 4"/>
          <p:cNvSpPr>
            <a:spLocks noGrp="1"/>
          </p:cNvSpPr>
          <p:nvPr>
            <p:ph type="dt" sz="half" idx="10"/>
          </p:nvPr>
        </p:nvSpPr>
        <p:spPr bwMode="auto"/>
        <p:txBody>
          <a:bodyPr/>
          <a:lstStyle/>
          <a:p>
            <a:pPr>
              <a:defRPr/>
            </a:pPr>
            <a:fld id="{1D8BD707-D9CF-40AE-B4C6-C98DA3205C09}" type="datetimeFigureOut">
              <a:rPr lang="en-US"/>
              <a:t>6/3/2026</a:t>
            </a:fld>
            <a:endParaRPr lang="en-US"/>
          </a:p>
        </p:txBody>
      </p:sp>
      <p:sp>
        <p:nvSpPr>
          <p:cNvPr id="375756736" name="Footer Placeholder 5"/>
          <p:cNvSpPr>
            <a:spLocks noGrp="1"/>
          </p:cNvSpPr>
          <p:nvPr>
            <p:ph type="ftr" sz="quarter" idx="11"/>
          </p:nvPr>
        </p:nvSpPr>
        <p:spPr bwMode="auto"/>
        <p:txBody>
          <a:bodyPr/>
          <a:lstStyle/>
          <a:p>
            <a:pPr>
              <a:defRPr/>
            </a:pPr>
            <a:endParaRPr lang="en-US"/>
          </a:p>
        </p:txBody>
      </p:sp>
      <p:sp>
        <p:nvSpPr>
          <p:cNvPr id="1703159379" name="Slide Number Placeholder 6"/>
          <p:cNvSpPr>
            <a:spLocks noGrp="1"/>
          </p:cNvSpPr>
          <p:nvPr>
            <p:ph type="sldNum" sz="quarter" idx="12"/>
          </p:nvPr>
        </p:nvSpPr>
        <p:spPr bwMode="auto"/>
        <p:txBody>
          <a:bodyPr/>
          <a:lstStyle/>
          <a:p>
            <a:pPr>
              <a:defRPr/>
            </a:pPr>
            <a:fld id="{B6F15528-21DE-4FAA-801E-634DDDAF4B2B}" type="slidenum">
              <a:rPr lang="en-US"/>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Comparison">
    <p:spTree>
      <p:nvGrpSpPr>
        <p:cNvPr id="1" name=""/>
        <p:cNvGrpSpPr/>
        <p:nvPr/>
      </p:nvGrpSpPr>
      <p:grpSpPr bwMode="auto">
        <a:xfrm>
          <a:off x="0" y="0"/>
          <a:ext cx="0" cy="0"/>
          <a:chOff x="0" y="0"/>
          <a:chExt cx="0" cy="0"/>
        </a:xfrm>
      </p:grpSpPr>
      <p:sp>
        <p:nvSpPr>
          <p:cNvPr id="1173745062" name="Title 1"/>
          <p:cNvSpPr>
            <a:spLocks noGrp="1"/>
          </p:cNvSpPr>
          <p:nvPr>
            <p:ph type="title"/>
          </p:nvPr>
        </p:nvSpPr>
        <p:spPr bwMode="auto"/>
        <p:txBody>
          <a:bodyPr/>
          <a:lstStyle>
            <a:lvl1pPr>
              <a:defRPr/>
            </a:lvl1pPr>
          </a:lstStyle>
          <a:p>
            <a:pPr>
              <a:defRPr/>
            </a:pPr>
            <a:r>
              <a:rPr lang="en-US"/>
              <a:t>Click to edit Master title style</a:t>
            </a:r>
          </a:p>
        </p:txBody>
      </p:sp>
      <p:sp>
        <p:nvSpPr>
          <p:cNvPr id="1812017775"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758879302"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51917639"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123564430"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358911754" name="Date Placeholder 6"/>
          <p:cNvSpPr>
            <a:spLocks noGrp="1"/>
          </p:cNvSpPr>
          <p:nvPr>
            <p:ph type="dt" sz="half" idx="10"/>
          </p:nvPr>
        </p:nvSpPr>
        <p:spPr bwMode="auto"/>
        <p:txBody>
          <a:bodyPr/>
          <a:lstStyle/>
          <a:p>
            <a:pPr>
              <a:defRPr/>
            </a:pPr>
            <a:fld id="{1D8BD707-D9CF-40AE-B4C6-C98DA3205C09}" type="datetimeFigureOut">
              <a:rPr lang="en-US"/>
              <a:t>6/3/2026</a:t>
            </a:fld>
            <a:endParaRPr lang="en-US"/>
          </a:p>
        </p:txBody>
      </p:sp>
      <p:sp>
        <p:nvSpPr>
          <p:cNvPr id="1225373825" name="Footer Placeholder 7"/>
          <p:cNvSpPr>
            <a:spLocks noGrp="1"/>
          </p:cNvSpPr>
          <p:nvPr>
            <p:ph type="ftr" sz="quarter" idx="11"/>
          </p:nvPr>
        </p:nvSpPr>
        <p:spPr bwMode="auto"/>
        <p:txBody>
          <a:bodyPr/>
          <a:lstStyle/>
          <a:p>
            <a:pPr>
              <a:defRPr/>
            </a:pPr>
            <a:endParaRPr lang="en-US"/>
          </a:p>
        </p:txBody>
      </p:sp>
      <p:sp>
        <p:nvSpPr>
          <p:cNvPr id="264619455" name="Slide Number Placeholder 8"/>
          <p:cNvSpPr>
            <a:spLocks noGrp="1"/>
          </p:cNvSpPr>
          <p:nvPr>
            <p:ph type="sldNum" sz="quarter" idx="12"/>
          </p:nvPr>
        </p:nvSpPr>
        <p:spPr bwMode="auto"/>
        <p:txBody>
          <a:bodyPr/>
          <a:lstStyle/>
          <a:p>
            <a:pPr>
              <a:defRPr/>
            </a:pPr>
            <a:fld id="{B6F15528-21DE-4FAA-801E-634DDDAF4B2B}" type="slidenum">
              <a:rPr lang="en-US"/>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le Only">
    <p:spTree>
      <p:nvGrpSpPr>
        <p:cNvPr id="1" name=""/>
        <p:cNvGrpSpPr/>
        <p:nvPr/>
      </p:nvGrpSpPr>
      <p:grpSpPr bwMode="auto">
        <a:xfrm>
          <a:off x="0" y="0"/>
          <a:ext cx="0" cy="0"/>
          <a:chOff x="0" y="0"/>
          <a:chExt cx="0" cy="0"/>
        </a:xfrm>
      </p:grpSpPr>
      <p:sp>
        <p:nvSpPr>
          <p:cNvPr id="1372058675" name="Title 1"/>
          <p:cNvSpPr>
            <a:spLocks noGrp="1"/>
          </p:cNvSpPr>
          <p:nvPr>
            <p:ph type="title"/>
          </p:nvPr>
        </p:nvSpPr>
        <p:spPr bwMode="auto"/>
        <p:txBody>
          <a:bodyPr/>
          <a:lstStyle/>
          <a:p>
            <a:pPr>
              <a:defRPr/>
            </a:pPr>
            <a:r>
              <a:rPr lang="en-US"/>
              <a:t>Click to edit Master title style</a:t>
            </a:r>
          </a:p>
        </p:txBody>
      </p:sp>
      <p:sp>
        <p:nvSpPr>
          <p:cNvPr id="336383906" name="Date Placeholder 2"/>
          <p:cNvSpPr>
            <a:spLocks noGrp="1"/>
          </p:cNvSpPr>
          <p:nvPr>
            <p:ph type="dt" sz="half" idx="10"/>
          </p:nvPr>
        </p:nvSpPr>
        <p:spPr bwMode="auto"/>
        <p:txBody>
          <a:bodyPr/>
          <a:lstStyle/>
          <a:p>
            <a:pPr>
              <a:defRPr/>
            </a:pPr>
            <a:fld id="{1D8BD707-D9CF-40AE-B4C6-C98DA3205C09}" type="datetimeFigureOut">
              <a:rPr lang="en-US"/>
              <a:t>6/3/2026</a:t>
            </a:fld>
            <a:endParaRPr lang="en-US"/>
          </a:p>
        </p:txBody>
      </p:sp>
      <p:sp>
        <p:nvSpPr>
          <p:cNvPr id="302932910" name="Footer Placeholder 3"/>
          <p:cNvSpPr>
            <a:spLocks noGrp="1"/>
          </p:cNvSpPr>
          <p:nvPr>
            <p:ph type="ftr" sz="quarter" idx="11"/>
          </p:nvPr>
        </p:nvSpPr>
        <p:spPr bwMode="auto"/>
        <p:txBody>
          <a:bodyPr/>
          <a:lstStyle/>
          <a:p>
            <a:pPr>
              <a:defRPr/>
            </a:pPr>
            <a:endParaRPr lang="en-US"/>
          </a:p>
        </p:txBody>
      </p:sp>
      <p:sp>
        <p:nvSpPr>
          <p:cNvPr id="1888082997" name="Slide Number Placeholder 4"/>
          <p:cNvSpPr>
            <a:spLocks noGrp="1"/>
          </p:cNvSpPr>
          <p:nvPr>
            <p:ph type="sldNum" sz="quarter" idx="12"/>
          </p:nvPr>
        </p:nvSpPr>
        <p:spPr bwMode="auto"/>
        <p:txBody>
          <a:bodyPr/>
          <a:lstStyle/>
          <a:p>
            <a:pPr>
              <a:defRPr/>
            </a:pPr>
            <a:fld id="{B6F15528-21DE-4FAA-801E-634DDDAF4B2B}" type="slidenum">
              <a:rPr lang="en-US"/>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blank" preserve="1" userDrawn="1">
  <p:cSld name="Blank">
    <p:spTree>
      <p:nvGrpSpPr>
        <p:cNvPr id="1" name=""/>
        <p:cNvGrpSpPr/>
        <p:nvPr/>
      </p:nvGrpSpPr>
      <p:grpSpPr bwMode="auto">
        <a:xfrm>
          <a:off x="0" y="0"/>
          <a:ext cx="0" cy="0"/>
          <a:chOff x="0" y="0"/>
          <a:chExt cx="0" cy="0"/>
        </a:xfrm>
      </p:grpSpPr>
      <p:sp>
        <p:nvSpPr>
          <p:cNvPr id="952917215" name="Date Placeholder 1"/>
          <p:cNvSpPr>
            <a:spLocks noGrp="1"/>
          </p:cNvSpPr>
          <p:nvPr>
            <p:ph type="dt" sz="half" idx="10"/>
          </p:nvPr>
        </p:nvSpPr>
        <p:spPr bwMode="auto"/>
        <p:txBody>
          <a:bodyPr/>
          <a:lstStyle/>
          <a:p>
            <a:pPr>
              <a:defRPr/>
            </a:pPr>
            <a:fld id="{1D8BD707-D9CF-40AE-B4C6-C98DA3205C09}" type="datetimeFigureOut">
              <a:rPr lang="en-US"/>
              <a:t>6/3/2026</a:t>
            </a:fld>
            <a:endParaRPr lang="en-US"/>
          </a:p>
        </p:txBody>
      </p:sp>
      <p:sp>
        <p:nvSpPr>
          <p:cNvPr id="1553629852" name="Footer Placeholder 2"/>
          <p:cNvSpPr>
            <a:spLocks noGrp="1"/>
          </p:cNvSpPr>
          <p:nvPr>
            <p:ph type="ftr" sz="quarter" idx="11"/>
          </p:nvPr>
        </p:nvSpPr>
        <p:spPr bwMode="auto"/>
        <p:txBody>
          <a:bodyPr/>
          <a:lstStyle/>
          <a:p>
            <a:pPr>
              <a:defRPr/>
            </a:pPr>
            <a:endParaRPr lang="en-US"/>
          </a:p>
        </p:txBody>
      </p:sp>
      <p:sp>
        <p:nvSpPr>
          <p:cNvPr id="1786375482" name="Slide Number Placeholder 3"/>
          <p:cNvSpPr>
            <a:spLocks noGrp="1"/>
          </p:cNvSpPr>
          <p:nvPr>
            <p:ph type="sldNum" sz="quarter" idx="12"/>
          </p:nvPr>
        </p:nvSpPr>
        <p:spPr bwMode="auto"/>
        <p:txBody>
          <a:bodyPr/>
          <a:lstStyle/>
          <a:p>
            <a:pPr>
              <a:defRPr/>
            </a:pPr>
            <a:fld id="{B6F15528-21DE-4FAA-801E-634DDDAF4B2B}" type="slidenum">
              <a:rPr lang="en-US"/>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objTx" preserve="1" userDrawn="1">
  <p:cSld name="Content with Caption">
    <p:spTree>
      <p:nvGrpSpPr>
        <p:cNvPr id="1" name=""/>
        <p:cNvGrpSpPr/>
        <p:nvPr/>
      </p:nvGrpSpPr>
      <p:grpSpPr bwMode="auto">
        <a:xfrm>
          <a:off x="0" y="0"/>
          <a:ext cx="0" cy="0"/>
          <a:chOff x="0" y="0"/>
          <a:chExt cx="0" cy="0"/>
        </a:xfrm>
      </p:grpSpPr>
      <p:sp>
        <p:nvSpPr>
          <p:cNvPr id="324704546"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p>
        </p:txBody>
      </p:sp>
      <p:sp>
        <p:nvSpPr>
          <p:cNvPr id="1644839392"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328865771"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463890700" name="Date Placeholder 4"/>
          <p:cNvSpPr>
            <a:spLocks noGrp="1"/>
          </p:cNvSpPr>
          <p:nvPr>
            <p:ph type="dt" sz="half" idx="10"/>
          </p:nvPr>
        </p:nvSpPr>
        <p:spPr bwMode="auto"/>
        <p:txBody>
          <a:bodyPr/>
          <a:lstStyle/>
          <a:p>
            <a:pPr>
              <a:defRPr/>
            </a:pPr>
            <a:fld id="{1D8BD707-D9CF-40AE-B4C6-C98DA3205C09}" type="datetimeFigureOut">
              <a:rPr lang="en-US"/>
              <a:t>6/3/2026</a:t>
            </a:fld>
            <a:endParaRPr lang="en-US"/>
          </a:p>
        </p:txBody>
      </p:sp>
      <p:sp>
        <p:nvSpPr>
          <p:cNvPr id="116382099" name="Footer Placeholder 5"/>
          <p:cNvSpPr>
            <a:spLocks noGrp="1"/>
          </p:cNvSpPr>
          <p:nvPr>
            <p:ph type="ftr" sz="quarter" idx="11"/>
          </p:nvPr>
        </p:nvSpPr>
        <p:spPr bwMode="auto"/>
        <p:txBody>
          <a:bodyPr/>
          <a:lstStyle/>
          <a:p>
            <a:pPr>
              <a:defRPr/>
            </a:pPr>
            <a:endParaRPr lang="en-US"/>
          </a:p>
        </p:txBody>
      </p:sp>
      <p:sp>
        <p:nvSpPr>
          <p:cNvPr id="1750107630" name="Slide Number Placeholder 6"/>
          <p:cNvSpPr>
            <a:spLocks noGrp="1"/>
          </p:cNvSpPr>
          <p:nvPr>
            <p:ph type="sldNum" sz="quarter" idx="12"/>
          </p:nvPr>
        </p:nvSpPr>
        <p:spPr bwMode="auto"/>
        <p:txBody>
          <a:bodyPr/>
          <a:lstStyle/>
          <a:p>
            <a:pPr>
              <a:defRPr/>
            </a:pPr>
            <a:fld id="{B6F15528-21DE-4FAA-801E-634DDDAF4B2B}" type="slidenum">
              <a:rPr lang="en-US"/>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picTx" preserve="1" userDrawn="1">
  <p:cSld name="Picture with Caption">
    <p:spTree>
      <p:nvGrpSpPr>
        <p:cNvPr id="1" name=""/>
        <p:cNvGrpSpPr/>
        <p:nvPr/>
      </p:nvGrpSpPr>
      <p:grpSpPr bwMode="auto">
        <a:xfrm>
          <a:off x="0" y="0"/>
          <a:ext cx="0" cy="0"/>
          <a:chOff x="0" y="0"/>
          <a:chExt cx="0" cy="0"/>
        </a:xfrm>
      </p:grpSpPr>
      <p:sp>
        <p:nvSpPr>
          <p:cNvPr id="708866692"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p>
        </p:txBody>
      </p:sp>
      <p:sp>
        <p:nvSpPr>
          <p:cNvPr id="1917932438"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1420576277"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962425762" name="Date Placeholder 4"/>
          <p:cNvSpPr>
            <a:spLocks noGrp="1"/>
          </p:cNvSpPr>
          <p:nvPr>
            <p:ph type="dt" sz="half" idx="10"/>
          </p:nvPr>
        </p:nvSpPr>
        <p:spPr bwMode="auto"/>
        <p:txBody>
          <a:bodyPr/>
          <a:lstStyle/>
          <a:p>
            <a:pPr>
              <a:defRPr/>
            </a:pPr>
            <a:fld id="{1D8BD707-D9CF-40AE-B4C6-C98DA3205C09}" type="datetimeFigureOut">
              <a:rPr lang="en-US"/>
              <a:t>6/3/2026</a:t>
            </a:fld>
            <a:endParaRPr lang="en-US"/>
          </a:p>
        </p:txBody>
      </p:sp>
      <p:sp>
        <p:nvSpPr>
          <p:cNvPr id="18396735" name="Footer Placeholder 5"/>
          <p:cNvSpPr>
            <a:spLocks noGrp="1"/>
          </p:cNvSpPr>
          <p:nvPr>
            <p:ph type="ftr" sz="quarter" idx="11"/>
          </p:nvPr>
        </p:nvSpPr>
        <p:spPr bwMode="auto"/>
        <p:txBody>
          <a:bodyPr/>
          <a:lstStyle/>
          <a:p>
            <a:pPr>
              <a:defRPr/>
            </a:pPr>
            <a:endParaRPr lang="en-US"/>
          </a:p>
        </p:txBody>
      </p:sp>
      <p:sp>
        <p:nvSpPr>
          <p:cNvPr id="1498892591" name="Slide Number Placeholder 6"/>
          <p:cNvSpPr>
            <a:spLocks noGrp="1"/>
          </p:cNvSpPr>
          <p:nvPr>
            <p:ph type="sldNum" sz="quarter" idx="12"/>
          </p:nvPr>
        </p:nvSpPr>
        <p:spPr bwMode="auto"/>
        <p:txBody>
          <a:bodyPr/>
          <a:lstStyle/>
          <a:p>
            <a:pPr>
              <a:defRPr/>
            </a:pPr>
            <a:fld id="{B6F15528-21DE-4FAA-801E-634DDDAF4B2B}" type="slidenum">
              <a:rPr lang="en-US"/>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vertTx" preserve="1" userDrawn="1">
  <p:cSld name="Title and Vertical Text">
    <p:spTree>
      <p:nvGrpSpPr>
        <p:cNvPr id="1" name=""/>
        <p:cNvGrpSpPr/>
        <p:nvPr/>
      </p:nvGrpSpPr>
      <p:grpSpPr bwMode="auto">
        <a:xfrm>
          <a:off x="0" y="0"/>
          <a:ext cx="0" cy="0"/>
          <a:chOff x="0" y="0"/>
          <a:chExt cx="0" cy="0"/>
        </a:xfrm>
      </p:grpSpPr>
      <p:sp>
        <p:nvSpPr>
          <p:cNvPr id="1237572089" name="Title 1"/>
          <p:cNvSpPr>
            <a:spLocks noGrp="1"/>
          </p:cNvSpPr>
          <p:nvPr>
            <p:ph type="title"/>
          </p:nvPr>
        </p:nvSpPr>
        <p:spPr bwMode="auto"/>
        <p:txBody>
          <a:bodyPr/>
          <a:lstStyle/>
          <a:p>
            <a:pPr>
              <a:defRPr/>
            </a:pPr>
            <a:r>
              <a:rPr lang="en-US"/>
              <a:t>Click to edit Master title style</a:t>
            </a:r>
          </a:p>
        </p:txBody>
      </p:sp>
      <p:sp>
        <p:nvSpPr>
          <p:cNvPr id="78688088"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2101321009" name="Date Placeholder 3"/>
          <p:cNvSpPr>
            <a:spLocks noGrp="1"/>
          </p:cNvSpPr>
          <p:nvPr>
            <p:ph type="dt" sz="half" idx="10"/>
          </p:nvPr>
        </p:nvSpPr>
        <p:spPr bwMode="auto"/>
        <p:txBody>
          <a:bodyPr/>
          <a:lstStyle/>
          <a:p>
            <a:pPr>
              <a:defRPr/>
            </a:pPr>
            <a:fld id="{1D8BD707-D9CF-40AE-B4C6-C98DA3205C09}" type="datetimeFigureOut">
              <a:rPr lang="en-US"/>
              <a:t>6/3/2026</a:t>
            </a:fld>
            <a:endParaRPr lang="en-US"/>
          </a:p>
        </p:txBody>
      </p:sp>
      <p:sp>
        <p:nvSpPr>
          <p:cNvPr id="2016867528" name="Footer Placeholder 4"/>
          <p:cNvSpPr>
            <a:spLocks noGrp="1"/>
          </p:cNvSpPr>
          <p:nvPr>
            <p:ph type="ftr" sz="quarter" idx="11"/>
          </p:nvPr>
        </p:nvSpPr>
        <p:spPr bwMode="auto"/>
        <p:txBody>
          <a:bodyPr/>
          <a:lstStyle/>
          <a:p>
            <a:pPr>
              <a:defRPr/>
            </a:pPr>
            <a:endParaRPr lang="en-US"/>
          </a:p>
        </p:txBody>
      </p:sp>
      <p:sp>
        <p:nvSpPr>
          <p:cNvPr id="486499732" name="Slide Number Placeholder 5"/>
          <p:cNvSpPr>
            <a:spLocks noGrp="1"/>
          </p:cNvSpPr>
          <p:nvPr>
            <p:ph type="sldNum" sz="quarter" idx="12"/>
          </p:nvPr>
        </p:nvSpPr>
        <p:spPr bwMode="auto"/>
        <p:txBody>
          <a:bodyPr/>
          <a:lstStyle/>
          <a:p>
            <a:pPr>
              <a:defRPr/>
            </a:pPr>
            <a:fld id="{B6F15528-21DE-4FAA-801E-634DDDAF4B2B}" type="slidenum">
              <a:rPr lang="en-US"/>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vertTitleAndTx" preserve="1" userDrawn="1">
  <p:cSld name="Vertical Title and Text">
    <p:spTree>
      <p:nvGrpSpPr>
        <p:cNvPr id="1" name=""/>
        <p:cNvGrpSpPr/>
        <p:nvPr/>
      </p:nvGrpSpPr>
      <p:grpSpPr bwMode="auto">
        <a:xfrm>
          <a:off x="0" y="0"/>
          <a:ext cx="0" cy="0"/>
          <a:chOff x="0" y="0"/>
          <a:chExt cx="0" cy="0"/>
        </a:xfrm>
      </p:grpSpPr>
      <p:sp>
        <p:nvSpPr>
          <p:cNvPr id="413091909" name="Vertical Title 1"/>
          <p:cNvSpPr>
            <a:spLocks noGrp="1"/>
          </p:cNvSpPr>
          <p:nvPr>
            <p:ph type="title" orient="vert"/>
          </p:nvPr>
        </p:nvSpPr>
        <p:spPr bwMode="auto">
          <a:xfrm>
            <a:off x="6629400" y="274638"/>
            <a:ext cx="2057400" cy="5851525"/>
          </a:xfrm>
        </p:spPr>
        <p:txBody>
          <a:bodyPr vert="eaVert"/>
          <a:lstStyle/>
          <a:p>
            <a:pPr>
              <a:defRPr/>
            </a:pPr>
            <a:r>
              <a:rPr lang="en-US"/>
              <a:t>Click to edit Master title style</a:t>
            </a:r>
          </a:p>
        </p:txBody>
      </p:sp>
      <p:sp>
        <p:nvSpPr>
          <p:cNvPr id="1612950192" name="Vertical Text Placeholder 2"/>
          <p:cNvSpPr>
            <a:spLocks noGrp="1"/>
          </p:cNvSpPr>
          <p:nvPr>
            <p:ph type="body" orient="vert" idx="1"/>
          </p:nvPr>
        </p:nvSpPr>
        <p:spPr bwMode="auto">
          <a:xfrm>
            <a:off x="457200" y="274638"/>
            <a:ext cx="60198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349204814" name="Date Placeholder 3"/>
          <p:cNvSpPr>
            <a:spLocks noGrp="1"/>
          </p:cNvSpPr>
          <p:nvPr>
            <p:ph type="dt" sz="half" idx="10"/>
          </p:nvPr>
        </p:nvSpPr>
        <p:spPr bwMode="auto"/>
        <p:txBody>
          <a:bodyPr/>
          <a:lstStyle/>
          <a:p>
            <a:pPr>
              <a:defRPr/>
            </a:pPr>
            <a:fld id="{1D8BD707-D9CF-40AE-B4C6-C98DA3205C09}" type="datetimeFigureOut">
              <a:rPr lang="en-US"/>
              <a:t>6/3/2026</a:t>
            </a:fld>
            <a:endParaRPr lang="en-US"/>
          </a:p>
        </p:txBody>
      </p:sp>
      <p:sp>
        <p:nvSpPr>
          <p:cNvPr id="265770683" name="Footer Placeholder 4"/>
          <p:cNvSpPr>
            <a:spLocks noGrp="1"/>
          </p:cNvSpPr>
          <p:nvPr>
            <p:ph type="ftr" sz="quarter" idx="11"/>
          </p:nvPr>
        </p:nvSpPr>
        <p:spPr bwMode="auto"/>
        <p:txBody>
          <a:bodyPr/>
          <a:lstStyle/>
          <a:p>
            <a:pPr>
              <a:defRPr/>
            </a:pPr>
            <a:endParaRPr lang="en-US"/>
          </a:p>
        </p:txBody>
      </p:sp>
      <p:sp>
        <p:nvSpPr>
          <p:cNvPr id="136388002" name="Slide Number Placeholder 5"/>
          <p:cNvSpPr>
            <a:spLocks noGrp="1"/>
          </p:cNvSpPr>
          <p:nvPr>
            <p:ph type="sldNum" sz="quarter" idx="12"/>
          </p:nvPr>
        </p:nvSpPr>
        <p:spPr bwMode="auto"/>
        <p:txBody>
          <a:bodyPr/>
          <a:lstStyle/>
          <a:p>
            <a:pPr>
              <a:defRPr/>
            </a:pPr>
            <a:fld id="{B6F15528-21DE-4FAA-801E-634DDDAF4B2B}" type="slidenum">
              <a:rPr lang="en-US"/>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1302853614"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en-US"/>
              <a:t>Click to edit Master title style</a:t>
            </a:r>
          </a:p>
        </p:txBody>
      </p:sp>
      <p:sp>
        <p:nvSpPr>
          <p:cNvPr id="661665526"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2059444984"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1D8BD707-D9CF-40AE-B4C6-C98DA3205C09}" type="datetimeFigureOut">
              <a:rPr lang="en-US"/>
              <a:t>6/3/2026</a:t>
            </a:fld>
            <a:endParaRPr lang="en-US"/>
          </a:p>
        </p:txBody>
      </p:sp>
      <p:sp>
        <p:nvSpPr>
          <p:cNvPr id="1301086663"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57491494"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B6F15528-21DE-4FAA-801E-634DDDAF4B2B}" type="slidenum">
              <a:rPr lang="en-US"/>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bg>
      <p:bgPr>
        <a:gradFill>
          <a:gsLst>
            <a:gs pos="0">
              <a:srgbClr val="000000">
                <a:alpha val="100000"/>
              </a:srgbClr>
            </a:gs>
            <a:gs pos="33333">
              <a:srgbClr val="3D20CB">
                <a:alpha val="100000"/>
              </a:srgbClr>
            </a:gs>
            <a:gs pos="66667">
              <a:srgbClr val="050E5D">
                <a:alpha val="100000"/>
              </a:srgbClr>
            </a:gs>
            <a:gs pos="100000">
              <a:srgbClr val="000000">
                <a:alpha val="100000"/>
              </a:srgbClr>
            </a:gs>
          </a:gsLst>
          <a:path path="circle"/>
        </a:gradFill>
        <a:effectLst/>
      </p:bgPr>
    </p:bg>
    <p:spTree>
      <p:nvGrpSpPr>
        <p:cNvPr id="1" name=""/>
        <p:cNvGrpSpPr/>
        <p:nvPr/>
      </p:nvGrpSpPr>
      <p:grpSpPr bwMode="auto">
        <a:xfrm>
          <a:off x="0" y="0"/>
          <a:ext cx="0" cy="0"/>
          <a:chOff x="0" y="0"/>
          <a:chExt cx="0" cy="0"/>
        </a:xfrm>
      </p:grpSpPr>
      <p:sp>
        <p:nvSpPr>
          <p:cNvPr id="694745514" name="TextBox 6"/>
          <p:cNvSpPr txBox="1"/>
          <p:nvPr/>
        </p:nvSpPr>
        <p:spPr bwMode="auto">
          <a:xfrm>
            <a:off x="4038659" y="1889836"/>
            <a:ext cx="9524073" cy="7498439"/>
          </a:xfrm>
          <a:prstGeom prst="rect">
            <a:avLst/>
          </a:prstGeom>
        </p:spPr>
        <p:txBody>
          <a:bodyPr lIns="0" tIns="0" rIns="0" bIns="0" rtlCol="0" anchor="t">
            <a:spAutoFit/>
          </a:bodyPr>
          <a:lstStyle/>
          <a:p>
            <a:pPr algn="ctr">
              <a:defRPr/>
            </a:pPr>
            <a:r>
              <a:rPr sz="2400" b="1" dirty="0">
                <a:solidFill>
                  <a:schemeClr val="bg1"/>
                </a:solidFill>
                <a:latin typeface="Arial"/>
                <a:cs typeface="Arial"/>
              </a:rPr>
              <a:t>Instituto </a:t>
            </a:r>
            <a:r>
              <a:rPr sz="2400" b="1" dirty="0" err="1">
                <a:solidFill>
                  <a:schemeClr val="bg1"/>
                </a:solidFill>
                <a:latin typeface="Arial"/>
                <a:cs typeface="Arial"/>
              </a:rPr>
              <a:t>Tecnológico</a:t>
            </a:r>
            <a:r>
              <a:rPr sz="2400" b="1" dirty="0">
                <a:solidFill>
                  <a:schemeClr val="bg1"/>
                </a:solidFill>
                <a:latin typeface="Arial"/>
                <a:cs typeface="Arial"/>
              </a:rPr>
              <a:t> de Frontera </a:t>
            </a:r>
            <a:r>
              <a:rPr sz="2400" b="1" dirty="0" err="1">
                <a:solidFill>
                  <a:schemeClr val="bg1"/>
                </a:solidFill>
                <a:latin typeface="Arial"/>
                <a:cs typeface="Arial"/>
              </a:rPr>
              <a:t>Comalapa</a:t>
            </a:r>
            <a:endParaRPr sz="2400" b="1" dirty="0">
              <a:solidFill>
                <a:schemeClr val="bg1"/>
              </a:solidFill>
              <a:latin typeface="Arial"/>
              <a:cs typeface="Arial"/>
            </a:endParaRPr>
          </a:p>
          <a:p>
            <a:pPr algn="ctr">
              <a:defRPr/>
            </a:pPr>
            <a:r>
              <a:rPr sz="2400" b="1" dirty="0" err="1">
                <a:solidFill>
                  <a:schemeClr val="bg1"/>
                </a:solidFill>
                <a:latin typeface="Arial"/>
                <a:cs typeface="Arial"/>
              </a:rPr>
              <a:t>Modalidad</a:t>
            </a:r>
            <a:r>
              <a:rPr sz="2400" b="1" dirty="0">
                <a:solidFill>
                  <a:schemeClr val="bg1"/>
                </a:solidFill>
                <a:latin typeface="Arial"/>
                <a:cs typeface="Arial"/>
              </a:rPr>
              <a:t> Mixta</a:t>
            </a:r>
          </a:p>
          <a:p>
            <a:pPr algn="ctr">
              <a:defRPr/>
            </a:pPr>
            <a:endParaRPr sz="2600" b="1" dirty="0">
              <a:solidFill>
                <a:schemeClr val="bg1"/>
              </a:solidFill>
              <a:latin typeface="Arial"/>
              <a:cs typeface="Arial"/>
            </a:endParaRPr>
          </a:p>
          <a:p>
            <a:pPr algn="ctr">
              <a:defRPr/>
            </a:pPr>
            <a:r>
              <a:rPr sz="2600" b="1" dirty="0">
                <a:solidFill>
                  <a:schemeClr val="bg1"/>
                </a:solidFill>
                <a:latin typeface="Arial"/>
                <a:cs typeface="Arial"/>
              </a:rPr>
              <a:t>Materia:</a:t>
            </a:r>
          </a:p>
          <a:p>
            <a:pPr algn="ctr">
              <a:defRPr/>
            </a:pPr>
            <a:r>
              <a:rPr lang="es-ES" sz="2600" dirty="0">
                <a:solidFill>
                  <a:schemeClr val="bg1"/>
                </a:solidFill>
                <a:latin typeface="Arial"/>
                <a:cs typeface="Arial"/>
              </a:rPr>
              <a:t>Administración de base de datos</a:t>
            </a:r>
            <a:endParaRPr sz="2600" dirty="0">
              <a:solidFill>
                <a:schemeClr val="bg1"/>
              </a:solidFill>
              <a:latin typeface="Arial"/>
              <a:cs typeface="Arial"/>
            </a:endParaRPr>
          </a:p>
          <a:p>
            <a:pPr algn="ctr">
              <a:defRPr/>
            </a:pPr>
            <a:r>
              <a:rPr sz="2600" b="1" dirty="0" err="1">
                <a:solidFill>
                  <a:schemeClr val="bg1"/>
                </a:solidFill>
                <a:latin typeface="Arial"/>
                <a:cs typeface="Arial"/>
              </a:rPr>
              <a:t>Semestre</a:t>
            </a:r>
            <a:r>
              <a:rPr sz="2600" b="1" dirty="0">
                <a:solidFill>
                  <a:schemeClr val="bg1"/>
                </a:solidFill>
                <a:latin typeface="Arial"/>
                <a:cs typeface="Arial"/>
              </a:rPr>
              <a:t>:</a:t>
            </a:r>
          </a:p>
          <a:p>
            <a:pPr algn="ctr">
              <a:defRPr/>
            </a:pPr>
            <a:r>
              <a:rPr sz="2600" dirty="0">
                <a:solidFill>
                  <a:schemeClr val="bg1"/>
                </a:solidFill>
                <a:latin typeface="Arial"/>
                <a:cs typeface="Arial"/>
              </a:rPr>
              <a:t>Sexto </a:t>
            </a:r>
            <a:r>
              <a:rPr sz="2600" dirty="0" err="1">
                <a:solidFill>
                  <a:schemeClr val="bg1"/>
                </a:solidFill>
                <a:latin typeface="Arial"/>
                <a:cs typeface="Arial"/>
              </a:rPr>
              <a:t>semestre</a:t>
            </a:r>
            <a:endParaRPr sz="2600" dirty="0">
              <a:solidFill>
                <a:schemeClr val="bg1"/>
              </a:solidFill>
              <a:latin typeface="Arial"/>
              <a:cs typeface="Arial"/>
            </a:endParaRPr>
          </a:p>
          <a:p>
            <a:pPr algn="ctr">
              <a:defRPr/>
            </a:pPr>
            <a:r>
              <a:rPr sz="2600" b="1" dirty="0" err="1">
                <a:solidFill>
                  <a:schemeClr val="bg1"/>
                </a:solidFill>
                <a:latin typeface="Arial"/>
                <a:cs typeface="Arial"/>
              </a:rPr>
              <a:t>Especialidad</a:t>
            </a:r>
            <a:r>
              <a:rPr sz="2600" b="1" dirty="0">
                <a:solidFill>
                  <a:schemeClr val="bg1"/>
                </a:solidFill>
                <a:latin typeface="Arial"/>
                <a:cs typeface="Arial"/>
              </a:rPr>
              <a:t>:</a:t>
            </a:r>
          </a:p>
          <a:p>
            <a:pPr algn="ctr">
              <a:defRPr/>
            </a:pPr>
            <a:r>
              <a:rPr sz="2600" dirty="0" err="1">
                <a:solidFill>
                  <a:schemeClr val="bg1"/>
                </a:solidFill>
                <a:latin typeface="Arial"/>
                <a:cs typeface="Arial"/>
              </a:rPr>
              <a:t>Ingeniería</a:t>
            </a:r>
            <a:r>
              <a:rPr sz="2600" dirty="0">
                <a:solidFill>
                  <a:schemeClr val="bg1"/>
                </a:solidFill>
                <a:latin typeface="Arial"/>
                <a:cs typeface="Arial"/>
              </a:rPr>
              <a:t> </a:t>
            </a:r>
            <a:r>
              <a:rPr sz="2600" dirty="0" err="1">
                <a:solidFill>
                  <a:schemeClr val="bg1"/>
                </a:solidFill>
                <a:latin typeface="Arial"/>
                <a:cs typeface="Arial"/>
              </a:rPr>
              <a:t>en</a:t>
            </a:r>
            <a:r>
              <a:rPr sz="2600" dirty="0">
                <a:solidFill>
                  <a:schemeClr val="bg1"/>
                </a:solidFill>
                <a:latin typeface="Arial"/>
                <a:cs typeface="Arial"/>
              </a:rPr>
              <a:t> </a:t>
            </a:r>
            <a:r>
              <a:rPr sz="2600" dirty="0" err="1">
                <a:solidFill>
                  <a:schemeClr val="bg1"/>
                </a:solidFill>
                <a:latin typeface="Arial"/>
                <a:cs typeface="Arial"/>
              </a:rPr>
              <a:t>Sistemas</a:t>
            </a:r>
            <a:r>
              <a:rPr sz="2600" dirty="0">
                <a:solidFill>
                  <a:schemeClr val="bg1"/>
                </a:solidFill>
                <a:latin typeface="Arial"/>
                <a:cs typeface="Arial"/>
              </a:rPr>
              <a:t> </a:t>
            </a:r>
            <a:r>
              <a:rPr sz="2600" dirty="0" err="1">
                <a:solidFill>
                  <a:schemeClr val="bg1"/>
                </a:solidFill>
                <a:latin typeface="Arial"/>
                <a:cs typeface="Arial"/>
              </a:rPr>
              <a:t>Computacionales</a:t>
            </a:r>
            <a:r>
              <a:rPr sz="2600" dirty="0">
                <a:solidFill>
                  <a:schemeClr val="bg1"/>
                </a:solidFill>
                <a:latin typeface="Arial"/>
                <a:cs typeface="Arial"/>
              </a:rPr>
              <a:t>.</a:t>
            </a:r>
          </a:p>
          <a:p>
            <a:pPr algn="ctr">
              <a:defRPr/>
            </a:pPr>
            <a:r>
              <a:rPr sz="2600" b="1" dirty="0" err="1">
                <a:solidFill>
                  <a:schemeClr val="bg1"/>
                </a:solidFill>
                <a:latin typeface="Arial"/>
                <a:cs typeface="Arial"/>
              </a:rPr>
              <a:t>Numero</a:t>
            </a:r>
            <a:r>
              <a:rPr sz="2600" b="1" dirty="0">
                <a:solidFill>
                  <a:schemeClr val="bg1"/>
                </a:solidFill>
                <a:latin typeface="Arial"/>
                <a:cs typeface="Arial"/>
              </a:rPr>
              <a:t> de control:</a:t>
            </a:r>
          </a:p>
          <a:p>
            <a:pPr algn="ctr">
              <a:defRPr/>
            </a:pPr>
            <a:r>
              <a:rPr sz="2600" dirty="0">
                <a:solidFill>
                  <a:schemeClr val="bg1"/>
                </a:solidFill>
                <a:latin typeface="Arial"/>
                <a:cs typeface="Arial"/>
              </a:rPr>
              <a:t>231260005</a:t>
            </a:r>
          </a:p>
          <a:p>
            <a:pPr algn="ctr">
              <a:defRPr/>
            </a:pPr>
            <a:r>
              <a:rPr sz="2600" b="1" dirty="0" err="1">
                <a:solidFill>
                  <a:schemeClr val="bg1"/>
                </a:solidFill>
                <a:latin typeface="Arial"/>
                <a:cs typeface="Arial"/>
              </a:rPr>
              <a:t>Nombre</a:t>
            </a:r>
            <a:r>
              <a:rPr sz="2600" b="1" dirty="0">
                <a:solidFill>
                  <a:schemeClr val="bg1"/>
                </a:solidFill>
                <a:latin typeface="Arial"/>
                <a:cs typeface="Arial"/>
              </a:rPr>
              <a:t> del </a:t>
            </a:r>
            <a:r>
              <a:rPr sz="2600" b="1" dirty="0" err="1">
                <a:solidFill>
                  <a:schemeClr val="bg1"/>
                </a:solidFill>
                <a:latin typeface="Arial"/>
                <a:cs typeface="Arial"/>
              </a:rPr>
              <a:t>alumno</a:t>
            </a:r>
            <a:r>
              <a:rPr sz="2600" b="1" dirty="0">
                <a:solidFill>
                  <a:schemeClr val="bg1"/>
                </a:solidFill>
                <a:latin typeface="Arial"/>
                <a:cs typeface="Arial"/>
              </a:rPr>
              <a:t>:</a:t>
            </a:r>
            <a:endParaRPr sz="2600" dirty="0">
              <a:solidFill>
                <a:schemeClr val="bg1"/>
              </a:solidFill>
              <a:latin typeface="Arial"/>
              <a:cs typeface="Arial"/>
            </a:endParaRPr>
          </a:p>
          <a:p>
            <a:pPr algn="ctr">
              <a:defRPr/>
            </a:pPr>
            <a:r>
              <a:rPr sz="2600" dirty="0">
                <a:solidFill>
                  <a:schemeClr val="bg1"/>
                </a:solidFill>
                <a:latin typeface="Arial"/>
                <a:cs typeface="Arial"/>
              </a:rPr>
              <a:t>Eddi Uriel Castillo Sánchez</a:t>
            </a:r>
          </a:p>
          <a:p>
            <a:pPr algn="ctr">
              <a:defRPr/>
            </a:pPr>
            <a:r>
              <a:rPr sz="2600" b="1" dirty="0" err="1">
                <a:solidFill>
                  <a:schemeClr val="bg1"/>
                </a:solidFill>
                <a:latin typeface="Arial"/>
                <a:cs typeface="Arial"/>
              </a:rPr>
              <a:t>Nombre</a:t>
            </a:r>
            <a:r>
              <a:rPr sz="2600" b="1" dirty="0">
                <a:solidFill>
                  <a:schemeClr val="bg1"/>
                </a:solidFill>
                <a:latin typeface="Arial"/>
                <a:cs typeface="Arial"/>
              </a:rPr>
              <a:t> del </a:t>
            </a:r>
            <a:r>
              <a:rPr sz="2600" b="1" dirty="0" err="1">
                <a:solidFill>
                  <a:schemeClr val="bg1"/>
                </a:solidFill>
                <a:latin typeface="Arial"/>
                <a:cs typeface="Arial"/>
              </a:rPr>
              <a:t>docente</a:t>
            </a:r>
            <a:r>
              <a:rPr sz="2600" b="1" dirty="0">
                <a:solidFill>
                  <a:schemeClr val="bg1"/>
                </a:solidFill>
                <a:latin typeface="Arial"/>
                <a:cs typeface="Arial"/>
              </a:rPr>
              <a:t>:</a:t>
            </a:r>
          </a:p>
          <a:p>
            <a:pPr algn="ctr">
              <a:defRPr/>
            </a:pPr>
            <a:r>
              <a:rPr lang="es-ES" sz="2600" dirty="0">
                <a:solidFill>
                  <a:schemeClr val="bg1"/>
                </a:solidFill>
                <a:latin typeface="Arial"/>
                <a:cs typeface="Arial"/>
              </a:rPr>
              <a:t>Francisco Javier Mingo </a:t>
            </a:r>
            <a:r>
              <a:rPr lang="es-ES" sz="2600" dirty="0" err="1">
                <a:solidFill>
                  <a:schemeClr val="bg1"/>
                </a:solidFill>
                <a:latin typeface="Arial"/>
                <a:cs typeface="Arial"/>
              </a:rPr>
              <a:t>Velazquez</a:t>
            </a:r>
            <a:endParaRPr sz="2600" dirty="0">
              <a:solidFill>
                <a:schemeClr val="bg1"/>
              </a:solidFill>
              <a:latin typeface="Arial"/>
              <a:cs typeface="Arial"/>
            </a:endParaRPr>
          </a:p>
          <a:p>
            <a:pPr algn="ctr">
              <a:defRPr/>
            </a:pPr>
            <a:r>
              <a:rPr sz="2600" b="1" dirty="0" err="1">
                <a:solidFill>
                  <a:schemeClr val="bg1"/>
                </a:solidFill>
                <a:latin typeface="Arial"/>
                <a:cs typeface="Arial"/>
              </a:rPr>
              <a:t>Nombre</a:t>
            </a:r>
            <a:r>
              <a:rPr sz="2600" b="1" dirty="0">
                <a:solidFill>
                  <a:schemeClr val="bg1"/>
                </a:solidFill>
                <a:latin typeface="Arial"/>
                <a:cs typeface="Arial"/>
              </a:rPr>
              <a:t> del </a:t>
            </a:r>
            <a:r>
              <a:rPr sz="2600" b="1" dirty="0" err="1">
                <a:solidFill>
                  <a:schemeClr val="bg1"/>
                </a:solidFill>
                <a:latin typeface="Arial"/>
                <a:cs typeface="Arial"/>
              </a:rPr>
              <a:t>trabajo</a:t>
            </a:r>
            <a:r>
              <a:rPr sz="2600" b="1" dirty="0">
                <a:solidFill>
                  <a:schemeClr val="bg1"/>
                </a:solidFill>
                <a:latin typeface="Arial"/>
                <a:cs typeface="Arial"/>
              </a:rPr>
              <a:t>:</a:t>
            </a:r>
          </a:p>
          <a:p>
            <a:pPr algn="ctr">
              <a:spcBef>
                <a:spcPts val="0"/>
              </a:spcBef>
              <a:defRPr/>
            </a:pPr>
            <a:r>
              <a:rPr lang="es-ES" sz="2600" dirty="0" err="1">
                <a:solidFill>
                  <a:schemeClr val="bg1"/>
                </a:solidFill>
                <a:latin typeface="Arial"/>
                <a:cs typeface="Arial"/>
              </a:rPr>
              <a:t>Act</a:t>
            </a:r>
            <a:r>
              <a:rPr lang="es-ES" sz="2600" dirty="0">
                <a:solidFill>
                  <a:schemeClr val="bg1"/>
                </a:solidFill>
                <a:latin typeface="Arial"/>
                <a:cs typeface="Arial"/>
              </a:rPr>
              <a:t> 1.3 Banco de ejercicios</a:t>
            </a:r>
            <a:endParaRPr sz="2200" b="1" dirty="0">
              <a:solidFill>
                <a:schemeClr val="bg1"/>
              </a:solidFill>
              <a:latin typeface="Arial"/>
              <a:cs typeface="Arial"/>
            </a:endParaRPr>
          </a:p>
          <a:p>
            <a:pPr algn="ctr">
              <a:defRPr/>
            </a:pPr>
            <a:r>
              <a:rPr sz="2600" b="1" dirty="0" err="1">
                <a:solidFill>
                  <a:schemeClr val="bg1"/>
                </a:solidFill>
                <a:latin typeface="Arial"/>
                <a:cs typeface="Arial"/>
              </a:rPr>
              <a:t>Fecha</a:t>
            </a:r>
            <a:r>
              <a:rPr sz="2600" b="1" dirty="0">
                <a:solidFill>
                  <a:schemeClr val="bg1"/>
                </a:solidFill>
                <a:latin typeface="Arial"/>
                <a:cs typeface="Arial"/>
              </a:rPr>
              <a:t> de </a:t>
            </a:r>
            <a:r>
              <a:rPr sz="2600" b="1" dirty="0" err="1">
                <a:solidFill>
                  <a:schemeClr val="bg1"/>
                </a:solidFill>
                <a:latin typeface="Arial"/>
                <a:cs typeface="Arial"/>
              </a:rPr>
              <a:t>entrega</a:t>
            </a:r>
            <a:r>
              <a:rPr sz="2600" dirty="0">
                <a:solidFill>
                  <a:schemeClr val="bg1"/>
                </a:solidFill>
                <a:latin typeface="Arial"/>
                <a:cs typeface="Arial"/>
              </a:rPr>
              <a:t>:</a:t>
            </a:r>
            <a:endParaRPr sz="1400" dirty="0">
              <a:latin typeface="Arial"/>
              <a:cs typeface="Arial"/>
            </a:endParaRPr>
          </a:p>
          <a:p>
            <a:pPr>
              <a:defRPr/>
            </a:pPr>
            <a:r>
              <a:rPr lang="es-ES" sz="2800" dirty="0">
                <a:solidFill>
                  <a:schemeClr val="bg1"/>
                </a:solidFill>
                <a:latin typeface="Arial"/>
                <a:cs typeface="Arial"/>
              </a:rPr>
              <a:t>Frontera </a:t>
            </a:r>
            <a:r>
              <a:rPr lang="es-ES" sz="2800" dirty="0" err="1">
                <a:solidFill>
                  <a:schemeClr val="bg1"/>
                </a:solidFill>
                <a:latin typeface="Arial"/>
                <a:cs typeface="Arial"/>
              </a:rPr>
              <a:t>comalapa</a:t>
            </a:r>
            <a:r>
              <a:rPr sz="2800" dirty="0">
                <a:solidFill>
                  <a:schemeClr val="bg1"/>
                </a:solidFill>
                <a:latin typeface="Arial"/>
                <a:cs typeface="Arial"/>
              </a:rPr>
              <a:t>, Chiapas a </a:t>
            </a:r>
            <a:r>
              <a:rPr lang="es-ES" sz="2800" dirty="0">
                <a:solidFill>
                  <a:schemeClr val="bg1"/>
                </a:solidFill>
                <a:latin typeface="Arial"/>
                <a:cs typeface="Arial"/>
              </a:rPr>
              <a:t>24 </a:t>
            </a:r>
            <a:r>
              <a:rPr lang="es-ES" sz="2800">
                <a:solidFill>
                  <a:schemeClr val="bg1"/>
                </a:solidFill>
                <a:latin typeface="Arial"/>
                <a:cs typeface="Arial"/>
              </a:rPr>
              <a:t>de abril</a:t>
            </a:r>
            <a:r>
              <a:rPr sz="2800">
                <a:solidFill>
                  <a:schemeClr val="bg1"/>
                </a:solidFill>
                <a:latin typeface="Arial"/>
                <a:cs typeface="Arial"/>
              </a:rPr>
              <a:t> </a:t>
            </a:r>
            <a:r>
              <a:rPr sz="2800" dirty="0">
                <a:solidFill>
                  <a:schemeClr val="bg1"/>
                </a:solidFill>
                <a:latin typeface="Arial"/>
                <a:cs typeface="Arial"/>
              </a:rPr>
              <a:t>del 2026</a:t>
            </a:r>
            <a:endParaRPr sz="4800" dirty="0">
              <a:solidFill>
                <a:schemeClr val="bg1"/>
              </a:solidFill>
            </a:endParaRPr>
          </a:p>
        </p:txBody>
      </p:sp>
      <p:pic>
        <p:nvPicPr>
          <p:cNvPr id="570159135" name="Imagen 570159134"/>
          <p:cNvPicPr>
            <a:picLocks noChangeAspect="1"/>
          </p:cNvPicPr>
          <p:nvPr/>
        </p:nvPicPr>
        <p:blipFill rotWithShape="1">
          <a:blip r:embed="rId3"/>
          <a:srcRect l="905" t="8279" b="-1"/>
          <a:stretch/>
        </p:blipFill>
        <p:spPr bwMode="auto">
          <a:xfrm>
            <a:off x="5830454" y="461818"/>
            <a:ext cx="5561329" cy="633094"/>
          </a:xfrm>
          <a:prstGeom prst="rect">
            <a:avLst/>
          </a:prstGeom>
          <a:ln>
            <a:noFill/>
          </a:ln>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p:bg>
      <p:bgPr>
        <a:gradFill>
          <a:gsLst>
            <a:gs pos="0">
              <a:srgbClr val="000000">
                <a:alpha val="100000"/>
              </a:srgbClr>
            </a:gs>
            <a:gs pos="25000">
              <a:srgbClr val="000000">
                <a:alpha val="100000"/>
              </a:srgbClr>
            </a:gs>
            <a:gs pos="50000">
              <a:srgbClr val="000000">
                <a:alpha val="100000"/>
              </a:srgbClr>
            </a:gs>
            <a:gs pos="75000">
              <a:srgbClr val="091689">
                <a:alpha val="100000"/>
              </a:srgbClr>
            </a:gs>
            <a:gs pos="100000">
              <a:srgbClr val="3820AD">
                <a:alpha val="100000"/>
              </a:srgbClr>
            </a:gs>
          </a:gsLst>
          <a:lin ang="2100000" scaled="1"/>
        </a:gradFill>
        <a:effectLst/>
      </p:bgPr>
    </p:bg>
    <p:spTree>
      <p:nvGrpSpPr>
        <p:cNvPr id="1" name=""/>
        <p:cNvGrpSpPr/>
        <p:nvPr/>
      </p:nvGrpSpPr>
      <p:grpSpPr bwMode="auto">
        <a:xfrm>
          <a:off x="0" y="0"/>
          <a:ext cx="0" cy="0"/>
          <a:chOff x="0" y="0"/>
          <a:chExt cx="0" cy="0"/>
        </a:xfrm>
      </p:grpSpPr>
      <p:sp>
        <p:nvSpPr>
          <p:cNvPr id="1265555490" name="Freeform 2"/>
          <p:cNvSpPr/>
          <p:nvPr/>
        </p:nvSpPr>
        <p:spPr bwMode="auto">
          <a:xfrm>
            <a:off x="10217454" y="2075213"/>
            <a:ext cx="6579151" cy="6579151"/>
          </a:xfrm>
          <a:custGeom>
            <a:avLst/>
            <a:gdLst/>
            <a:ahLst/>
            <a:cxnLst/>
            <a:rect l="l" t="t" r="r" b="b"/>
            <a:pathLst>
              <a:path w="6579151" h="6579151" extrusionOk="0">
                <a:moveTo>
                  <a:pt x="0" y="0"/>
                </a:moveTo>
                <a:lnTo>
                  <a:pt x="6579152" y="0"/>
                </a:lnTo>
                <a:lnTo>
                  <a:pt x="6579152" y="6579151"/>
                </a:lnTo>
                <a:lnTo>
                  <a:pt x="0" y="6579151"/>
                </a:lnTo>
                <a:lnTo>
                  <a:pt x="0" y="0"/>
                </a:lnTo>
                <a:close/>
              </a:path>
            </a:pathLst>
          </a:custGeom>
          <a:blipFill rotWithShape="1">
            <a:blip r:embed="rId3"/>
            <a:stretch>
              <a:fillRect/>
            </a:stretch>
          </a:blipFill>
        </p:spPr>
      </p:sp>
      <p:grpSp>
        <p:nvGrpSpPr>
          <p:cNvPr id="1825496009" name="Group 3"/>
          <p:cNvGrpSpPr>
            <a:grpSpLocks noChangeAspect="1"/>
          </p:cNvGrpSpPr>
          <p:nvPr/>
        </p:nvGrpSpPr>
        <p:grpSpPr bwMode="auto">
          <a:xfrm>
            <a:off x="11124266" y="2982033"/>
            <a:ext cx="4765528" cy="4765509"/>
            <a:chOff x="0" y="0"/>
            <a:chExt cx="6350000" cy="6349975"/>
          </a:xfrm>
        </p:grpSpPr>
        <p:sp>
          <p:nvSpPr>
            <p:cNvPr id="4" name="Freeform 4"/>
            <p:cNvSpPr/>
            <p:nvPr/>
          </p:nvSpPr>
          <p:spPr bwMode="auto">
            <a:xfrm>
              <a:off x="0" y="0"/>
              <a:ext cx="6350000" cy="6349974"/>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4"/>
              <a:stretch>
                <a:fillRect l="-24999" r="-24998"/>
              </a:stretch>
            </a:blipFill>
          </p:spPr>
        </p:sp>
      </p:grpSp>
      <p:sp>
        <p:nvSpPr>
          <p:cNvPr id="1926123028" name="Freeform 5"/>
          <p:cNvSpPr/>
          <p:nvPr/>
        </p:nvSpPr>
        <p:spPr bwMode="auto">
          <a:xfrm>
            <a:off x="-992007" y="8710279"/>
            <a:ext cx="4600806" cy="920161"/>
          </a:xfrm>
          <a:custGeom>
            <a:avLst/>
            <a:gdLst/>
            <a:ahLst/>
            <a:cxnLst/>
            <a:rect l="l" t="t" r="r" b="b"/>
            <a:pathLst>
              <a:path w="4600806" h="920161" extrusionOk="0">
                <a:moveTo>
                  <a:pt x="0" y="0"/>
                </a:moveTo>
                <a:lnTo>
                  <a:pt x="4600806" y="0"/>
                </a:lnTo>
                <a:lnTo>
                  <a:pt x="4600806" y="920162"/>
                </a:lnTo>
                <a:lnTo>
                  <a:pt x="0" y="920162"/>
                </a:lnTo>
                <a:lnTo>
                  <a:pt x="0" y="0"/>
                </a:lnTo>
                <a:close/>
              </a:path>
            </a:pathLst>
          </a:custGeom>
          <a:blipFill rotWithShape="1">
            <a:blip r:embed="rId5"/>
            <a:stretch>
              <a:fillRect/>
            </a:stretch>
          </a:blipFill>
        </p:spPr>
      </p:sp>
      <p:sp>
        <p:nvSpPr>
          <p:cNvPr id="985040001" name="Freeform 6"/>
          <p:cNvSpPr/>
          <p:nvPr/>
        </p:nvSpPr>
        <p:spPr bwMode="auto">
          <a:xfrm>
            <a:off x="13401875" y="-160559"/>
            <a:ext cx="3857425" cy="778498"/>
          </a:xfrm>
          <a:custGeom>
            <a:avLst/>
            <a:gdLst/>
            <a:ahLst/>
            <a:cxnLst/>
            <a:rect l="l" t="t" r="r" b="b"/>
            <a:pathLst>
              <a:path w="3857425" h="778498" extrusionOk="0">
                <a:moveTo>
                  <a:pt x="0" y="0"/>
                </a:moveTo>
                <a:lnTo>
                  <a:pt x="3857425" y="0"/>
                </a:lnTo>
                <a:lnTo>
                  <a:pt x="3857425" y="778499"/>
                </a:lnTo>
                <a:lnTo>
                  <a:pt x="0" y="778499"/>
                </a:lnTo>
                <a:lnTo>
                  <a:pt x="0" y="0"/>
                </a:lnTo>
                <a:close/>
              </a:path>
            </a:pathLst>
          </a:custGeom>
          <a:blipFill rotWithShape="1">
            <a:blip r:embed="rId6"/>
            <a:stretch>
              <a:fillRect/>
            </a:stretch>
          </a:blipFill>
        </p:spPr>
      </p:sp>
      <p:sp>
        <p:nvSpPr>
          <p:cNvPr id="1282630770" name="TextBox 7"/>
          <p:cNvSpPr txBox="1"/>
          <p:nvPr/>
        </p:nvSpPr>
        <p:spPr bwMode="auto">
          <a:xfrm>
            <a:off x="1679306" y="3222190"/>
            <a:ext cx="8759421" cy="1434638"/>
          </a:xfrm>
          <a:prstGeom prst="rect">
            <a:avLst/>
          </a:prstGeom>
        </p:spPr>
        <p:txBody>
          <a:bodyPr lIns="0" tIns="0" rIns="0" bIns="0" rtlCol="0" anchor="t">
            <a:spAutoFit/>
          </a:bodyPr>
          <a:lstStyle/>
          <a:p>
            <a:pPr marL="0" lvl="0" indent="0" algn="l">
              <a:lnSpc>
                <a:spcPts val="11750"/>
              </a:lnSpc>
              <a:spcBef>
                <a:spcPts val="0"/>
              </a:spcBef>
              <a:defRPr/>
            </a:pPr>
            <a:r>
              <a:rPr lang="en-US" sz="8400" u="none" strike="noStrike" spc="243">
                <a:solidFill>
                  <a:srgbClr val="FFFFFF"/>
                </a:solidFill>
                <a:latin typeface="Etna Sans Serif"/>
                <a:ea typeface="Etna Sans Serif"/>
                <a:cs typeface="Etna Sans Serif"/>
              </a:rPr>
              <a:t>INTRODUCCIÓN</a:t>
            </a:r>
            <a:endParaRPr/>
          </a:p>
        </p:txBody>
      </p:sp>
      <p:sp>
        <p:nvSpPr>
          <p:cNvPr id="725597065" name="TextBox 8"/>
          <p:cNvSpPr txBox="1"/>
          <p:nvPr/>
        </p:nvSpPr>
        <p:spPr bwMode="auto">
          <a:xfrm>
            <a:off x="1679306" y="4959062"/>
            <a:ext cx="7769494" cy="5170646"/>
          </a:xfrm>
          <a:prstGeom prst="rect">
            <a:avLst/>
          </a:prstGeom>
        </p:spPr>
        <p:txBody>
          <a:bodyPr wrap="square" lIns="0" tIns="0" rIns="0" bIns="0" rtlCol="0" anchor="t">
            <a:spAutoFit/>
          </a:bodyPr>
          <a:lstStyle/>
          <a:p>
            <a:pPr algn="l"/>
            <a:r>
              <a:rPr lang="es-ES" sz="2400" b="0" i="0" dirty="0">
                <a:solidFill>
                  <a:schemeClr val="bg1"/>
                </a:solidFill>
                <a:effectLst/>
                <a:latin typeface="pplxSerif"/>
              </a:rPr>
              <a:t>En esta práctica se realizaron actividades relacionadas con la creación y administración de bases de datos usando distintos sistemas gestores como Oracle PostgreSQL y MySQL. El objetivo fue aplicar los conocimientos vistos en la materia de Administración de Base de Datos mediante comandos básicos para crear usuarios bases de datos tablas e insertar información.</a:t>
            </a:r>
          </a:p>
          <a:p>
            <a:pPr algn="l"/>
            <a:r>
              <a:rPr lang="es-ES" sz="2400" b="0" i="0" dirty="0">
                <a:solidFill>
                  <a:schemeClr val="bg1"/>
                </a:solidFill>
                <a:effectLst/>
                <a:latin typeface="pplxSerif"/>
              </a:rPr>
              <a:t>Durante el desarrollo de los ejercicios se trabajó con diferentes entornos y herramientas lo que permitió reforzar la comprensión sobre el manejo de cada gestor de bases de datos. También se presentaron algunos errores al ejecutar ciertos comandos pero estos fueron corregidos para terminar correctamente cada actividad y comprobar que los datos se almacenaron de forma adecuada.</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PhAnim="0">
  <p:cSld>
    <p:bg>
      <p:bgPr>
        <a:gradFill>
          <a:gsLst>
            <a:gs pos="0">
              <a:srgbClr val="000000">
                <a:alpha val="100000"/>
              </a:srgbClr>
            </a:gs>
            <a:gs pos="25000">
              <a:srgbClr val="000000">
                <a:alpha val="100000"/>
              </a:srgbClr>
            </a:gs>
            <a:gs pos="50000">
              <a:srgbClr val="000000">
                <a:alpha val="100000"/>
              </a:srgbClr>
            </a:gs>
            <a:gs pos="75000">
              <a:srgbClr val="091689">
                <a:alpha val="100000"/>
              </a:srgbClr>
            </a:gs>
            <a:gs pos="100000">
              <a:srgbClr val="3820AD">
                <a:alpha val="100000"/>
              </a:srgbClr>
            </a:gs>
          </a:gsLst>
          <a:lin ang="2100000" scaled="1"/>
        </a:gradFill>
        <a:effectLst/>
      </p:bgPr>
    </p:bg>
    <p:spTree>
      <p:nvGrpSpPr>
        <p:cNvPr id="1" name=""/>
        <p:cNvGrpSpPr/>
        <p:nvPr/>
      </p:nvGrpSpPr>
      <p:grpSpPr bwMode="auto">
        <a:xfrm>
          <a:off x="0" y="0"/>
          <a:ext cx="0" cy="0"/>
          <a:chOff x="0" y="0"/>
          <a:chExt cx="0" cy="0"/>
        </a:xfrm>
      </p:grpSpPr>
      <p:sp>
        <p:nvSpPr>
          <p:cNvPr id="1429247063" name="Freeform 2"/>
          <p:cNvSpPr/>
          <p:nvPr/>
        </p:nvSpPr>
        <p:spPr bwMode="auto">
          <a:xfrm>
            <a:off x="10217453" y="2075212"/>
            <a:ext cx="6579150" cy="6579150"/>
          </a:xfrm>
          <a:custGeom>
            <a:avLst/>
            <a:gdLst/>
            <a:ahLst/>
            <a:cxnLst/>
            <a:rect l="l" t="t" r="r" b="b"/>
            <a:pathLst>
              <a:path w="6579151" h="6579151" extrusionOk="0">
                <a:moveTo>
                  <a:pt x="0" y="0"/>
                </a:moveTo>
                <a:lnTo>
                  <a:pt x="6579152" y="0"/>
                </a:lnTo>
                <a:lnTo>
                  <a:pt x="6579152" y="6579151"/>
                </a:lnTo>
                <a:lnTo>
                  <a:pt x="0" y="6579151"/>
                </a:lnTo>
                <a:lnTo>
                  <a:pt x="0" y="0"/>
                </a:lnTo>
                <a:close/>
              </a:path>
            </a:pathLst>
          </a:custGeom>
          <a:blipFill rotWithShape="1">
            <a:blip r:embed="rId3"/>
            <a:stretch>
              <a:fillRect/>
            </a:stretch>
          </a:blipFill>
        </p:spPr>
      </p:sp>
      <p:grpSp>
        <p:nvGrpSpPr>
          <p:cNvPr id="987187077" name="Group 3"/>
          <p:cNvGrpSpPr>
            <a:grpSpLocks noChangeAspect="1"/>
          </p:cNvGrpSpPr>
          <p:nvPr/>
        </p:nvGrpSpPr>
        <p:grpSpPr bwMode="auto">
          <a:xfrm>
            <a:off x="11124265" y="2982033"/>
            <a:ext cx="4765527" cy="4765509"/>
            <a:chOff x="0" y="0"/>
            <a:chExt cx="6349999" cy="6349974"/>
          </a:xfrm>
        </p:grpSpPr>
        <p:sp>
          <p:nvSpPr>
            <p:cNvPr id="2105685500" name="Freeform 4"/>
            <p:cNvSpPr/>
            <p:nvPr/>
          </p:nvSpPr>
          <p:spPr bwMode="auto">
            <a:xfrm>
              <a:off x="0" y="0"/>
              <a:ext cx="6349999" cy="6349973"/>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4"/>
              <a:stretch>
                <a:fillRect l="-24999" r="-24998"/>
              </a:stretch>
            </a:blipFill>
          </p:spPr>
        </p:sp>
      </p:grpSp>
      <p:sp>
        <p:nvSpPr>
          <p:cNvPr id="1759989042" name="Freeform 5"/>
          <p:cNvSpPr/>
          <p:nvPr/>
        </p:nvSpPr>
        <p:spPr bwMode="auto">
          <a:xfrm>
            <a:off x="-992007" y="8710278"/>
            <a:ext cx="4600805" cy="920160"/>
          </a:xfrm>
          <a:custGeom>
            <a:avLst/>
            <a:gdLst/>
            <a:ahLst/>
            <a:cxnLst/>
            <a:rect l="l" t="t" r="r" b="b"/>
            <a:pathLst>
              <a:path w="4600806" h="920161" extrusionOk="0">
                <a:moveTo>
                  <a:pt x="0" y="0"/>
                </a:moveTo>
                <a:lnTo>
                  <a:pt x="4600806" y="0"/>
                </a:lnTo>
                <a:lnTo>
                  <a:pt x="4600806" y="920162"/>
                </a:lnTo>
                <a:lnTo>
                  <a:pt x="0" y="920162"/>
                </a:lnTo>
                <a:lnTo>
                  <a:pt x="0" y="0"/>
                </a:lnTo>
                <a:close/>
              </a:path>
            </a:pathLst>
          </a:custGeom>
          <a:blipFill rotWithShape="1">
            <a:blip r:embed="rId5"/>
            <a:stretch>
              <a:fillRect/>
            </a:stretch>
          </a:blipFill>
        </p:spPr>
      </p:sp>
      <p:sp>
        <p:nvSpPr>
          <p:cNvPr id="103957104" name="Freeform 6"/>
          <p:cNvSpPr/>
          <p:nvPr/>
        </p:nvSpPr>
        <p:spPr bwMode="auto">
          <a:xfrm>
            <a:off x="13401874" y="-160558"/>
            <a:ext cx="3857424" cy="778497"/>
          </a:xfrm>
          <a:custGeom>
            <a:avLst/>
            <a:gdLst/>
            <a:ahLst/>
            <a:cxnLst/>
            <a:rect l="l" t="t" r="r" b="b"/>
            <a:pathLst>
              <a:path w="3857425" h="778498" extrusionOk="0">
                <a:moveTo>
                  <a:pt x="0" y="0"/>
                </a:moveTo>
                <a:lnTo>
                  <a:pt x="3857425" y="0"/>
                </a:lnTo>
                <a:lnTo>
                  <a:pt x="3857425" y="778499"/>
                </a:lnTo>
                <a:lnTo>
                  <a:pt x="0" y="778499"/>
                </a:lnTo>
                <a:lnTo>
                  <a:pt x="0" y="0"/>
                </a:lnTo>
                <a:close/>
              </a:path>
            </a:pathLst>
          </a:custGeom>
          <a:blipFill rotWithShape="1">
            <a:blip r:embed="rId6"/>
            <a:stretch>
              <a:fillRect/>
            </a:stretch>
          </a:blipFill>
        </p:spPr>
      </p:sp>
      <p:sp>
        <p:nvSpPr>
          <p:cNvPr id="269388655" name="TextBox 7"/>
          <p:cNvSpPr txBox="1"/>
          <p:nvPr/>
        </p:nvSpPr>
        <p:spPr bwMode="auto">
          <a:xfrm>
            <a:off x="1679305" y="3222189"/>
            <a:ext cx="8764100" cy="1492609"/>
          </a:xfrm>
          <a:prstGeom prst="rect">
            <a:avLst/>
          </a:prstGeom>
        </p:spPr>
        <p:txBody>
          <a:bodyPr lIns="0" tIns="0" rIns="0" bIns="0" rtlCol="0" anchor="t">
            <a:spAutoFit/>
          </a:bodyPr>
          <a:lstStyle/>
          <a:p>
            <a:pPr marL="0" lvl="0" indent="0" algn="l">
              <a:lnSpc>
                <a:spcPts val="11749"/>
              </a:lnSpc>
              <a:spcBef>
                <a:spcPts val="0"/>
              </a:spcBef>
              <a:defRPr/>
            </a:pPr>
            <a:r>
              <a:rPr lang="es-ES" sz="8400" u="none" strike="noStrike" spc="243" dirty="0">
                <a:solidFill>
                  <a:srgbClr val="FFFFFF"/>
                </a:solidFill>
                <a:latin typeface="Etna Sans Serif"/>
                <a:ea typeface="Etna Sans Serif"/>
                <a:cs typeface="Etna Sans Serif"/>
              </a:rPr>
              <a:t>JUSTIFICACION</a:t>
            </a:r>
            <a:endParaRPr dirty="0"/>
          </a:p>
        </p:txBody>
      </p:sp>
      <p:sp>
        <p:nvSpPr>
          <p:cNvPr id="477958476" name="TextBox 8"/>
          <p:cNvSpPr txBox="1"/>
          <p:nvPr/>
        </p:nvSpPr>
        <p:spPr bwMode="auto">
          <a:xfrm>
            <a:off x="1679305" y="4959061"/>
            <a:ext cx="6920790" cy="4801314"/>
          </a:xfrm>
          <a:prstGeom prst="rect">
            <a:avLst/>
          </a:prstGeom>
        </p:spPr>
        <p:txBody>
          <a:bodyPr lIns="0" tIns="0" rIns="0" bIns="0" rtlCol="0" anchor="t">
            <a:spAutoFit/>
          </a:bodyPr>
          <a:lstStyle/>
          <a:p>
            <a:pPr algn="l"/>
            <a:r>
              <a:rPr lang="es-ES" sz="2400" b="0" i="0" dirty="0">
                <a:solidFill>
                  <a:schemeClr val="bg1"/>
                </a:solidFill>
                <a:effectLst/>
                <a:latin typeface="pplxSerif"/>
              </a:rPr>
              <a:t>Esta práctica es importante porque permite reforzar los conocimientos sobre el uso de bases de datos que son fundamentales en la formación de un estudiante de Ingeniería en Sistemas Computacionales. A través de estos ejercicios se aprende a crear administrar y consultar información en diferentes sistemas gestores lo cual ayuda a comprender mejor su funcionamiento.</a:t>
            </a:r>
          </a:p>
          <a:p>
            <a:pPr algn="l"/>
            <a:r>
              <a:rPr lang="es-ES" sz="2400" b="0" i="0" dirty="0">
                <a:solidFill>
                  <a:schemeClr val="bg1"/>
                </a:solidFill>
                <a:effectLst/>
                <a:latin typeface="pplxSerif"/>
              </a:rPr>
              <a:t>También es útil porque acerca al estudiante a situaciones reales donde es necesario trabajar con bases de datos de manera correcta y ordenada. Además permite identificar errores comunes al momento de escribir comandos y corregirlos para obtener mejores resultados.</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PhAnim="0">
  <p:cSld>
    <p:bg>
      <p:bgPr>
        <a:gradFill>
          <a:gsLst>
            <a:gs pos="0">
              <a:srgbClr val="000000">
                <a:alpha val="100000"/>
              </a:srgbClr>
            </a:gs>
            <a:gs pos="33333">
              <a:srgbClr val="091689">
                <a:alpha val="100000"/>
              </a:srgbClr>
            </a:gs>
            <a:gs pos="66667">
              <a:srgbClr val="3820AD">
                <a:alpha val="100000"/>
              </a:srgbClr>
            </a:gs>
            <a:gs pos="100000">
              <a:srgbClr val="000000">
                <a:alpha val="100000"/>
              </a:srgbClr>
            </a:gs>
          </a:gsLst>
          <a:lin ang="2100000" scaled="1"/>
        </a:gradFill>
        <a:effectLst/>
      </p:bgPr>
    </p:bg>
    <p:spTree>
      <p:nvGrpSpPr>
        <p:cNvPr id="1" name=""/>
        <p:cNvGrpSpPr/>
        <p:nvPr/>
      </p:nvGrpSpPr>
      <p:grpSpPr bwMode="auto">
        <a:xfrm>
          <a:off x="0" y="0"/>
          <a:ext cx="0" cy="0"/>
          <a:chOff x="0" y="0"/>
          <a:chExt cx="0" cy="0"/>
        </a:xfrm>
      </p:grpSpPr>
      <p:pic>
        <p:nvPicPr>
          <p:cNvPr id="5" name="Imagen 4">
            <a:extLst>
              <a:ext uri="{FF2B5EF4-FFF2-40B4-BE49-F238E27FC236}">
                <a16:creationId xmlns:a16="http://schemas.microsoft.com/office/drawing/2014/main" id="{70C4B7E5-9FD4-CCC6-2635-669FFB7A6D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9099" y="920114"/>
            <a:ext cx="13624090" cy="6932675"/>
          </a:xfrm>
          <a:prstGeom prst="rect">
            <a:avLst/>
          </a:prstGeom>
        </p:spPr>
      </p:pic>
      <p:sp>
        <p:nvSpPr>
          <p:cNvPr id="4" name="TextBox 4"/>
          <p:cNvSpPr txBox="1"/>
          <p:nvPr/>
        </p:nvSpPr>
        <p:spPr bwMode="auto">
          <a:xfrm>
            <a:off x="2971800" y="7727633"/>
            <a:ext cx="7706590" cy="2869215"/>
          </a:xfrm>
          <a:prstGeom prst="rect">
            <a:avLst/>
          </a:prstGeom>
        </p:spPr>
        <p:txBody>
          <a:bodyPr lIns="50799" tIns="50799" rIns="50799" bIns="50799" rtlCol="0" anchor="ctr"/>
          <a:lstStyle/>
          <a:p>
            <a:pPr>
              <a:defRPr/>
            </a:pPr>
            <a:endParaRPr sz="2800" dirty="0">
              <a:solidFill>
                <a:schemeClr val="bg1"/>
              </a:solidFill>
              <a:latin typeface="Arial"/>
              <a:cs typeface="Arial"/>
            </a:endParaRPr>
          </a:p>
        </p:txBody>
      </p:sp>
      <p:sp>
        <p:nvSpPr>
          <p:cNvPr id="674078418" name="TextBox 15"/>
          <p:cNvSpPr txBox="1"/>
          <p:nvPr/>
        </p:nvSpPr>
        <p:spPr bwMode="auto">
          <a:xfrm>
            <a:off x="5780894" y="3863232"/>
            <a:ext cx="913356" cy="274679"/>
          </a:xfrm>
          <a:prstGeom prst="rect">
            <a:avLst/>
          </a:prstGeom>
        </p:spPr>
        <p:txBody>
          <a:bodyPr lIns="0" tIns="0" rIns="0" bIns="0" rtlCol="0" anchor="t">
            <a:spAutoFit/>
          </a:bodyPr>
          <a:lstStyle/>
          <a:p>
            <a:pPr>
              <a:defRPr/>
            </a:pPr>
            <a:endParaRPr/>
          </a:p>
        </p:txBody>
      </p:sp>
      <p:sp>
        <p:nvSpPr>
          <p:cNvPr id="1477880983" name="TextBox 19"/>
          <p:cNvSpPr txBox="1"/>
          <p:nvPr/>
        </p:nvSpPr>
        <p:spPr bwMode="auto">
          <a:xfrm>
            <a:off x="9055755" y="3863232"/>
            <a:ext cx="913356" cy="1062841"/>
          </a:xfrm>
          <a:prstGeom prst="rect">
            <a:avLst/>
          </a:prstGeom>
        </p:spPr>
        <p:txBody>
          <a:bodyPr lIns="0" tIns="0" rIns="0" bIns="0" rtlCol="0" anchor="t">
            <a:spAutoFit/>
          </a:bodyPr>
          <a:lstStyle/>
          <a:p>
            <a:pPr marL="0" lvl="0" indent="0" algn="ctr">
              <a:lnSpc>
                <a:spcPts val="8366"/>
              </a:lnSpc>
              <a:spcBef>
                <a:spcPts val="0"/>
              </a:spcBef>
              <a:defRPr/>
            </a:pPr>
            <a:endParaRPr/>
          </a:p>
        </p:txBody>
      </p:sp>
      <p:sp>
        <p:nvSpPr>
          <p:cNvPr id="225728624" name="CuadroTexto 225728623"/>
          <p:cNvSpPr txBox="1"/>
          <p:nvPr/>
        </p:nvSpPr>
        <p:spPr bwMode="auto">
          <a:xfrm>
            <a:off x="8936697" y="4960619"/>
            <a:ext cx="414603" cy="3657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t>03</a:t>
            </a:r>
          </a:p>
        </p:txBody>
      </p:sp>
      <p:sp>
        <p:nvSpPr>
          <p:cNvPr id="281985410" name="CuadroTexto 281985409"/>
          <p:cNvSpPr txBox="1"/>
          <p:nvPr/>
        </p:nvSpPr>
        <p:spPr bwMode="auto">
          <a:xfrm>
            <a:off x="8936697" y="4960619"/>
            <a:ext cx="414603" cy="3657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t>03</a:t>
            </a:r>
          </a:p>
        </p:txBody>
      </p:sp>
      <p:sp>
        <p:nvSpPr>
          <p:cNvPr id="154677705" name="CuadroTexto 154677704"/>
          <p:cNvSpPr txBox="1"/>
          <p:nvPr/>
        </p:nvSpPr>
        <p:spPr bwMode="auto">
          <a:xfrm>
            <a:off x="8936697" y="4960619"/>
            <a:ext cx="414603" cy="3657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t>03</a:t>
            </a:r>
          </a:p>
        </p:txBody>
      </p:sp>
      <p:sp>
        <p:nvSpPr>
          <p:cNvPr id="6" name="CuadroTexto 5">
            <a:extLst>
              <a:ext uri="{FF2B5EF4-FFF2-40B4-BE49-F238E27FC236}">
                <a16:creationId xmlns:a16="http://schemas.microsoft.com/office/drawing/2014/main" id="{76003DFF-A7A1-5CEF-9FCF-1C7D186AE949}"/>
              </a:ext>
            </a:extLst>
          </p:cNvPr>
          <p:cNvSpPr txBox="1"/>
          <p:nvPr/>
        </p:nvSpPr>
        <p:spPr>
          <a:xfrm>
            <a:off x="50140" y="273510"/>
            <a:ext cx="12446660" cy="523220"/>
          </a:xfrm>
          <a:prstGeom prst="rect">
            <a:avLst/>
          </a:prstGeom>
          <a:noFill/>
        </p:spPr>
        <p:txBody>
          <a:bodyPr wrap="square">
            <a:spAutoFit/>
          </a:bodyPr>
          <a:lstStyle/>
          <a:p>
            <a:pPr lvl="1">
              <a:defRPr/>
            </a:pPr>
            <a:r>
              <a:rPr lang="es-ES" sz="2800" spc="173" dirty="0">
                <a:solidFill>
                  <a:srgbClr val="FFFFFF"/>
                </a:solidFill>
                <a:latin typeface="Etna Sans Serif"/>
                <a:ea typeface="Etna Sans Serif"/>
                <a:cs typeface="Etna Sans Serif"/>
              </a:rPr>
              <a:t>Ejercicio 1 </a:t>
            </a:r>
            <a:r>
              <a:rPr lang="es-ES" sz="2800" spc="173" dirty="0" err="1">
                <a:solidFill>
                  <a:srgbClr val="FFFFFF"/>
                </a:solidFill>
                <a:latin typeface="Etna Sans Serif"/>
                <a:ea typeface="Etna Sans Serif"/>
                <a:cs typeface="Etna Sans Serif"/>
              </a:rPr>
              <a:t>Creacion</a:t>
            </a:r>
            <a:r>
              <a:rPr lang="es-ES" sz="2800" spc="173" dirty="0">
                <a:solidFill>
                  <a:srgbClr val="FFFFFF"/>
                </a:solidFill>
                <a:latin typeface="Etna Sans Serif"/>
                <a:ea typeface="Etna Sans Serif"/>
                <a:cs typeface="Etna Sans Serif"/>
              </a:rPr>
              <a:t> de base de datos y agregar información en </a:t>
            </a:r>
            <a:r>
              <a:rPr lang="es-ES" sz="2800" spc="173" dirty="0" err="1">
                <a:solidFill>
                  <a:srgbClr val="FFFFFF"/>
                </a:solidFill>
                <a:latin typeface="Etna Sans Serif"/>
                <a:ea typeface="Etna Sans Serif"/>
                <a:cs typeface="Etna Sans Serif"/>
              </a:rPr>
              <a:t>oracle</a:t>
            </a:r>
            <a:endParaRPr lang="es-ES" sz="2800" spc="172" dirty="0">
              <a:solidFill>
                <a:srgbClr val="FFFFFF"/>
              </a:solidFill>
              <a:latin typeface="Etna Sans Serif"/>
              <a:ea typeface="Etna Sans Serif"/>
              <a:cs typeface="Etna Sans Serif"/>
            </a:endParaRPr>
          </a:p>
        </p:txBody>
      </p:sp>
      <p:sp>
        <p:nvSpPr>
          <p:cNvPr id="10" name="CuadroTexto 9">
            <a:extLst>
              <a:ext uri="{FF2B5EF4-FFF2-40B4-BE49-F238E27FC236}">
                <a16:creationId xmlns:a16="http://schemas.microsoft.com/office/drawing/2014/main" id="{EB973715-185E-AB90-965D-1ACF907E03D7}"/>
              </a:ext>
            </a:extLst>
          </p:cNvPr>
          <p:cNvSpPr txBox="1"/>
          <p:nvPr/>
        </p:nvSpPr>
        <p:spPr>
          <a:xfrm>
            <a:off x="6273261" y="2920820"/>
            <a:ext cx="9144000" cy="2585323"/>
          </a:xfrm>
          <a:prstGeom prst="rect">
            <a:avLst/>
          </a:prstGeom>
          <a:noFill/>
        </p:spPr>
        <p:txBody>
          <a:bodyPr wrap="square">
            <a:spAutoFit/>
          </a:bodyPr>
          <a:lstStyle/>
          <a:p>
            <a:r>
              <a:rPr lang="es-ES" dirty="0">
                <a:solidFill>
                  <a:schemeClr val="bg1"/>
                </a:solidFill>
              </a:rPr>
              <a:t>Primero verifiqué el contenedor de Oracle con </a:t>
            </a:r>
            <a:r>
              <a:rPr lang="es-ES" dirty="0" err="1">
                <a:solidFill>
                  <a:schemeClr val="bg1"/>
                </a:solidFill>
              </a:rPr>
              <a:t>docker</a:t>
            </a:r>
            <a:r>
              <a:rPr lang="es-ES" dirty="0">
                <a:solidFill>
                  <a:schemeClr val="bg1"/>
                </a:solidFill>
              </a:rPr>
              <a:t> </a:t>
            </a:r>
            <a:r>
              <a:rPr lang="es-ES" dirty="0" err="1">
                <a:solidFill>
                  <a:schemeClr val="bg1"/>
                </a:solidFill>
              </a:rPr>
              <a:t>ps</a:t>
            </a:r>
            <a:r>
              <a:rPr lang="es-ES" dirty="0">
                <a:solidFill>
                  <a:schemeClr val="bg1"/>
                </a:solidFill>
              </a:rPr>
              <a:t>, pero como no estaba activo, lo inicié con </a:t>
            </a:r>
            <a:r>
              <a:rPr lang="es-ES" dirty="0" err="1">
                <a:solidFill>
                  <a:schemeClr val="bg1"/>
                </a:solidFill>
              </a:rPr>
              <a:t>docker</a:t>
            </a:r>
            <a:r>
              <a:rPr lang="es-ES" dirty="0">
                <a:solidFill>
                  <a:schemeClr val="bg1"/>
                </a:solidFill>
              </a:rPr>
              <a:t> </a:t>
            </a:r>
            <a:r>
              <a:rPr lang="es-ES" dirty="0" err="1">
                <a:solidFill>
                  <a:schemeClr val="bg1"/>
                </a:solidFill>
              </a:rPr>
              <a:t>start</a:t>
            </a:r>
            <a:r>
              <a:rPr lang="es-ES" dirty="0">
                <a:solidFill>
                  <a:schemeClr val="bg1"/>
                </a:solidFill>
              </a:rPr>
              <a:t> </a:t>
            </a:r>
            <a:r>
              <a:rPr lang="es-ES" dirty="0" err="1">
                <a:solidFill>
                  <a:schemeClr val="bg1"/>
                </a:solidFill>
              </a:rPr>
              <a:t>oracle-xe</a:t>
            </a:r>
            <a:r>
              <a:rPr lang="es-ES" dirty="0">
                <a:solidFill>
                  <a:schemeClr val="bg1"/>
                </a:solidFill>
              </a:rPr>
              <a:t>. Después entré al contenedor y me conecté a Oracle usando </a:t>
            </a:r>
            <a:r>
              <a:rPr lang="es-ES" dirty="0" err="1">
                <a:solidFill>
                  <a:schemeClr val="bg1"/>
                </a:solidFill>
              </a:rPr>
              <a:t>SQLPlus</a:t>
            </a:r>
            <a:r>
              <a:rPr lang="es-ES" dirty="0">
                <a:solidFill>
                  <a:schemeClr val="bg1"/>
                </a:solidFill>
              </a:rPr>
              <a:t> con el usuario </a:t>
            </a:r>
            <a:r>
              <a:rPr lang="es-ES" dirty="0" err="1">
                <a:solidFill>
                  <a:schemeClr val="bg1"/>
                </a:solidFill>
              </a:rPr>
              <a:t>system</a:t>
            </a:r>
            <a:endParaRPr lang="es-ES" dirty="0">
              <a:solidFill>
                <a:schemeClr val="bg1"/>
              </a:solidFill>
            </a:endParaRPr>
          </a:p>
          <a:p>
            <a:r>
              <a:rPr lang="es-ES" dirty="0">
                <a:solidFill>
                  <a:schemeClr val="bg1"/>
                </a:solidFill>
              </a:rPr>
              <a:t>Ya dentro de Oracle, intenté crear el usuario </a:t>
            </a:r>
            <a:r>
              <a:rPr lang="es-ES" dirty="0" err="1">
                <a:solidFill>
                  <a:schemeClr val="bg1"/>
                </a:solidFill>
              </a:rPr>
              <a:t>escuela_oracle</a:t>
            </a:r>
            <a:r>
              <a:rPr lang="es-ES" dirty="0">
                <a:solidFill>
                  <a:schemeClr val="bg1"/>
                </a:solidFill>
              </a:rPr>
              <a:t>, pero apareció un mensaje indicando que ya existía. Luego le asigné los permisos necesarios y me conecté con ese usuario. También intenté crear la tabla alumnos, pero igual ya estaba creada anteriormente.</a:t>
            </a:r>
          </a:p>
          <a:p>
            <a:r>
              <a:rPr lang="es-ES" dirty="0">
                <a:solidFill>
                  <a:schemeClr val="bg1"/>
                </a:solidFill>
              </a:rPr>
              <a:t>Finalmente inserté un registro en la tabla con el nombre Ana </a:t>
            </a:r>
            <a:r>
              <a:rPr lang="es-ES" dirty="0" err="1">
                <a:solidFill>
                  <a:schemeClr val="bg1"/>
                </a:solidFill>
              </a:rPr>
              <a:t>Lopez</a:t>
            </a:r>
            <a:r>
              <a:rPr lang="es-ES" dirty="0">
                <a:solidFill>
                  <a:schemeClr val="bg1"/>
                </a:solidFill>
              </a:rPr>
              <a:t>, edad 21 y carrera </a:t>
            </a:r>
            <a:r>
              <a:rPr lang="es-ES" dirty="0" err="1">
                <a:solidFill>
                  <a:schemeClr val="bg1"/>
                </a:solidFill>
              </a:rPr>
              <a:t>Ingenieria</a:t>
            </a:r>
            <a:r>
              <a:rPr lang="es-ES" dirty="0">
                <a:solidFill>
                  <a:schemeClr val="bg1"/>
                </a:solidFill>
              </a:rPr>
              <a:t> en Sistemas el sistema mostró el mensaje 1 </a:t>
            </a:r>
            <a:r>
              <a:rPr lang="es-ES" dirty="0" err="1">
                <a:solidFill>
                  <a:schemeClr val="bg1"/>
                </a:solidFill>
              </a:rPr>
              <a:t>row</a:t>
            </a:r>
            <a:r>
              <a:rPr lang="es-ES" dirty="0">
                <a:solidFill>
                  <a:schemeClr val="bg1"/>
                </a:solidFill>
              </a:rPr>
              <a:t> </a:t>
            </a:r>
            <a:r>
              <a:rPr lang="es-ES" dirty="0" err="1">
                <a:solidFill>
                  <a:schemeClr val="bg1"/>
                </a:solidFill>
              </a:rPr>
              <a:t>created</a:t>
            </a:r>
            <a:r>
              <a:rPr lang="es-ES" dirty="0">
                <a:solidFill>
                  <a:schemeClr val="bg1"/>
                </a:solidFill>
              </a:rPr>
              <a:t>, lo que confirma que el dato se guardó correctamente.</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PhAnim="0">
  <p:cSld>
    <p:bg>
      <p:bgPr>
        <a:gradFill>
          <a:gsLst>
            <a:gs pos="0">
              <a:srgbClr val="000000">
                <a:alpha val="100000"/>
              </a:srgbClr>
            </a:gs>
            <a:gs pos="33333">
              <a:srgbClr val="091689">
                <a:alpha val="100000"/>
              </a:srgbClr>
            </a:gs>
            <a:gs pos="66667">
              <a:srgbClr val="3820AD">
                <a:alpha val="100000"/>
              </a:srgbClr>
            </a:gs>
            <a:gs pos="100000">
              <a:srgbClr val="000000">
                <a:alpha val="100000"/>
              </a:srgbClr>
            </a:gs>
          </a:gsLst>
          <a:lin ang="2100000" scaled="1"/>
        </a:gradFill>
        <a:effectLst/>
      </p:bgPr>
    </p:bg>
    <p:spTree>
      <p:nvGrpSpPr>
        <p:cNvPr id="1" name=""/>
        <p:cNvGrpSpPr/>
        <p:nvPr/>
      </p:nvGrpSpPr>
      <p:grpSpPr bwMode="auto">
        <a:xfrm>
          <a:off x="0" y="0"/>
          <a:ext cx="0" cy="0"/>
          <a:chOff x="0" y="0"/>
          <a:chExt cx="0" cy="0"/>
        </a:xfrm>
      </p:grpSpPr>
      <p:pic>
        <p:nvPicPr>
          <p:cNvPr id="3" name="Imagen 2">
            <a:extLst>
              <a:ext uri="{FF2B5EF4-FFF2-40B4-BE49-F238E27FC236}">
                <a16:creationId xmlns:a16="http://schemas.microsoft.com/office/drawing/2014/main" id="{F74AF29E-46EE-433C-EF07-4538168A6B09}"/>
              </a:ext>
            </a:extLst>
          </p:cNvPr>
          <p:cNvPicPr>
            <a:picLocks noChangeAspect="1"/>
          </p:cNvPicPr>
          <p:nvPr/>
        </p:nvPicPr>
        <p:blipFill>
          <a:blip r:embed="rId3"/>
          <a:stretch>
            <a:fillRect/>
          </a:stretch>
        </p:blipFill>
        <p:spPr>
          <a:xfrm>
            <a:off x="911942" y="1288513"/>
            <a:ext cx="15127825" cy="7709974"/>
          </a:xfrm>
          <a:prstGeom prst="rect">
            <a:avLst/>
          </a:prstGeom>
        </p:spPr>
      </p:pic>
      <p:sp>
        <p:nvSpPr>
          <p:cNvPr id="4" name="TextBox 4"/>
          <p:cNvSpPr txBox="1"/>
          <p:nvPr/>
        </p:nvSpPr>
        <p:spPr bwMode="auto">
          <a:xfrm>
            <a:off x="2971800" y="7727633"/>
            <a:ext cx="7706590" cy="2869215"/>
          </a:xfrm>
          <a:prstGeom prst="rect">
            <a:avLst/>
          </a:prstGeom>
        </p:spPr>
        <p:txBody>
          <a:bodyPr lIns="50799" tIns="50799" rIns="50799" bIns="50799" rtlCol="0" anchor="ctr"/>
          <a:lstStyle/>
          <a:p>
            <a:pPr>
              <a:defRPr/>
            </a:pPr>
            <a:endParaRPr sz="2800" dirty="0">
              <a:solidFill>
                <a:schemeClr val="bg1"/>
              </a:solidFill>
              <a:latin typeface="Arial"/>
              <a:cs typeface="Arial"/>
            </a:endParaRPr>
          </a:p>
        </p:txBody>
      </p:sp>
      <p:sp>
        <p:nvSpPr>
          <p:cNvPr id="674078418" name="TextBox 15"/>
          <p:cNvSpPr txBox="1"/>
          <p:nvPr/>
        </p:nvSpPr>
        <p:spPr bwMode="auto">
          <a:xfrm>
            <a:off x="5780894" y="3863232"/>
            <a:ext cx="913356" cy="274679"/>
          </a:xfrm>
          <a:prstGeom prst="rect">
            <a:avLst/>
          </a:prstGeom>
        </p:spPr>
        <p:txBody>
          <a:bodyPr lIns="0" tIns="0" rIns="0" bIns="0" rtlCol="0" anchor="t">
            <a:spAutoFit/>
          </a:bodyPr>
          <a:lstStyle/>
          <a:p>
            <a:pPr>
              <a:defRPr/>
            </a:pPr>
            <a:endParaRPr/>
          </a:p>
        </p:txBody>
      </p:sp>
      <p:sp>
        <p:nvSpPr>
          <p:cNvPr id="1477880983" name="TextBox 19"/>
          <p:cNvSpPr txBox="1"/>
          <p:nvPr/>
        </p:nvSpPr>
        <p:spPr bwMode="auto">
          <a:xfrm>
            <a:off x="9055755" y="3863232"/>
            <a:ext cx="913356" cy="1062841"/>
          </a:xfrm>
          <a:prstGeom prst="rect">
            <a:avLst/>
          </a:prstGeom>
        </p:spPr>
        <p:txBody>
          <a:bodyPr lIns="0" tIns="0" rIns="0" bIns="0" rtlCol="0" anchor="t">
            <a:spAutoFit/>
          </a:bodyPr>
          <a:lstStyle/>
          <a:p>
            <a:pPr marL="0" lvl="0" indent="0" algn="ctr">
              <a:lnSpc>
                <a:spcPts val="8366"/>
              </a:lnSpc>
              <a:spcBef>
                <a:spcPts val="0"/>
              </a:spcBef>
              <a:defRPr/>
            </a:pPr>
            <a:endParaRPr/>
          </a:p>
        </p:txBody>
      </p:sp>
      <p:sp>
        <p:nvSpPr>
          <p:cNvPr id="225728624" name="CuadroTexto 225728623"/>
          <p:cNvSpPr txBox="1"/>
          <p:nvPr/>
        </p:nvSpPr>
        <p:spPr bwMode="auto">
          <a:xfrm>
            <a:off x="8936697" y="4960619"/>
            <a:ext cx="414603" cy="3657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t>03</a:t>
            </a:r>
          </a:p>
        </p:txBody>
      </p:sp>
      <p:sp>
        <p:nvSpPr>
          <p:cNvPr id="281985410" name="CuadroTexto 281985409"/>
          <p:cNvSpPr txBox="1"/>
          <p:nvPr/>
        </p:nvSpPr>
        <p:spPr bwMode="auto">
          <a:xfrm>
            <a:off x="8936697" y="4960619"/>
            <a:ext cx="414603" cy="3657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t>03</a:t>
            </a:r>
          </a:p>
        </p:txBody>
      </p:sp>
      <p:sp>
        <p:nvSpPr>
          <p:cNvPr id="154677705" name="CuadroTexto 154677704"/>
          <p:cNvSpPr txBox="1"/>
          <p:nvPr/>
        </p:nvSpPr>
        <p:spPr bwMode="auto">
          <a:xfrm>
            <a:off x="8936697" y="4960619"/>
            <a:ext cx="414603" cy="3657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t>03</a:t>
            </a:r>
          </a:p>
        </p:txBody>
      </p:sp>
      <p:sp>
        <p:nvSpPr>
          <p:cNvPr id="6" name="CuadroTexto 5">
            <a:extLst>
              <a:ext uri="{FF2B5EF4-FFF2-40B4-BE49-F238E27FC236}">
                <a16:creationId xmlns:a16="http://schemas.microsoft.com/office/drawing/2014/main" id="{76003DFF-A7A1-5CEF-9FCF-1C7D186AE949}"/>
              </a:ext>
            </a:extLst>
          </p:cNvPr>
          <p:cNvSpPr txBox="1"/>
          <p:nvPr/>
        </p:nvSpPr>
        <p:spPr>
          <a:xfrm>
            <a:off x="50140" y="273510"/>
            <a:ext cx="12446660" cy="523220"/>
          </a:xfrm>
          <a:prstGeom prst="rect">
            <a:avLst/>
          </a:prstGeom>
          <a:noFill/>
        </p:spPr>
        <p:txBody>
          <a:bodyPr wrap="square">
            <a:spAutoFit/>
          </a:bodyPr>
          <a:lstStyle/>
          <a:p>
            <a:pPr lvl="1">
              <a:defRPr/>
            </a:pPr>
            <a:r>
              <a:rPr lang="es-ES" sz="2800" spc="173" dirty="0">
                <a:solidFill>
                  <a:srgbClr val="FFFFFF"/>
                </a:solidFill>
                <a:latin typeface="Etna Sans Serif"/>
                <a:ea typeface="Etna Sans Serif"/>
                <a:cs typeface="Etna Sans Serif"/>
              </a:rPr>
              <a:t>Ejercicio 1 </a:t>
            </a:r>
            <a:r>
              <a:rPr lang="es-ES" sz="2800" spc="173" dirty="0" err="1">
                <a:solidFill>
                  <a:srgbClr val="FFFFFF"/>
                </a:solidFill>
                <a:latin typeface="Etna Sans Serif"/>
                <a:ea typeface="Etna Sans Serif"/>
                <a:cs typeface="Etna Sans Serif"/>
              </a:rPr>
              <a:t>Creacion</a:t>
            </a:r>
            <a:r>
              <a:rPr lang="es-ES" sz="2800" spc="173" dirty="0">
                <a:solidFill>
                  <a:srgbClr val="FFFFFF"/>
                </a:solidFill>
                <a:latin typeface="Etna Sans Serif"/>
                <a:ea typeface="Etna Sans Serif"/>
                <a:cs typeface="Etna Sans Serif"/>
              </a:rPr>
              <a:t> de base de datos y agregar información en </a:t>
            </a:r>
            <a:r>
              <a:rPr lang="es-ES" sz="2800" spc="173" dirty="0" err="1">
                <a:solidFill>
                  <a:srgbClr val="FFFFFF"/>
                </a:solidFill>
                <a:latin typeface="Etna Sans Serif"/>
                <a:ea typeface="Etna Sans Serif"/>
                <a:cs typeface="Etna Sans Serif"/>
              </a:rPr>
              <a:t>oracle</a:t>
            </a:r>
            <a:endParaRPr lang="es-ES" sz="2800" spc="172" dirty="0">
              <a:solidFill>
                <a:srgbClr val="FFFFFF"/>
              </a:solidFill>
              <a:latin typeface="Etna Sans Serif"/>
              <a:ea typeface="Etna Sans Serif"/>
              <a:cs typeface="Etna Sans Serif"/>
            </a:endParaRPr>
          </a:p>
        </p:txBody>
      </p:sp>
      <p:sp>
        <p:nvSpPr>
          <p:cNvPr id="10" name="CuadroTexto 9">
            <a:extLst>
              <a:ext uri="{FF2B5EF4-FFF2-40B4-BE49-F238E27FC236}">
                <a16:creationId xmlns:a16="http://schemas.microsoft.com/office/drawing/2014/main" id="{EB973715-185E-AB90-965D-1ACF907E03D7}"/>
              </a:ext>
            </a:extLst>
          </p:cNvPr>
          <p:cNvSpPr txBox="1"/>
          <p:nvPr/>
        </p:nvSpPr>
        <p:spPr>
          <a:xfrm>
            <a:off x="8229600" y="3732937"/>
            <a:ext cx="9144000" cy="1754326"/>
          </a:xfrm>
          <a:prstGeom prst="rect">
            <a:avLst/>
          </a:prstGeom>
          <a:noFill/>
        </p:spPr>
        <p:txBody>
          <a:bodyPr wrap="square">
            <a:spAutoFit/>
          </a:bodyPr>
          <a:lstStyle/>
          <a:p>
            <a:r>
              <a:rPr lang="es-ES" dirty="0">
                <a:solidFill>
                  <a:schemeClr val="bg1"/>
                </a:solidFill>
              </a:rPr>
              <a:t>Después de insertar el registro en la tabla alumnos, ejecuté el comando COMMIT; para guardar los cambios realizados en Oracle. Luego utilicé SELECT * FROM alumnos; para consultar la información almacenada en la tabla</a:t>
            </a:r>
          </a:p>
          <a:p>
            <a:r>
              <a:rPr lang="es-ES" dirty="0">
                <a:solidFill>
                  <a:schemeClr val="bg1"/>
                </a:solidFill>
              </a:rPr>
              <a:t>en el resultado se pudo observar que el dato sí se guardó correctamente, mostrando el registro de Ana </a:t>
            </a:r>
            <a:r>
              <a:rPr lang="es-ES" dirty="0" err="1">
                <a:solidFill>
                  <a:schemeClr val="bg1"/>
                </a:solidFill>
              </a:rPr>
              <a:t>Lopez</a:t>
            </a:r>
            <a:r>
              <a:rPr lang="es-ES" dirty="0">
                <a:solidFill>
                  <a:schemeClr val="bg1"/>
                </a:solidFill>
              </a:rPr>
              <a:t>, con edad 21 y la carrera </a:t>
            </a:r>
            <a:r>
              <a:rPr lang="es-ES" dirty="0" err="1">
                <a:solidFill>
                  <a:schemeClr val="bg1"/>
                </a:solidFill>
              </a:rPr>
              <a:t>Ingenieria</a:t>
            </a:r>
            <a:r>
              <a:rPr lang="es-ES" dirty="0">
                <a:solidFill>
                  <a:schemeClr val="bg1"/>
                </a:solidFill>
              </a:rPr>
              <a:t> en Sistemas esto confirma que la tabla ya tenía información y que la inserción se realizó de manera correcta</a:t>
            </a:r>
          </a:p>
        </p:txBody>
      </p:sp>
      <p:sp>
        <p:nvSpPr>
          <p:cNvPr id="7" name="AutoShape 6">
            <a:extLst>
              <a:ext uri="{FF2B5EF4-FFF2-40B4-BE49-F238E27FC236}">
                <a16:creationId xmlns:a16="http://schemas.microsoft.com/office/drawing/2014/main" id="{8637CEE6-D880-332F-7FE0-2E22BC926457}"/>
              </a:ext>
            </a:extLst>
          </p:cNvPr>
          <p:cNvSpPr>
            <a:spLocks noChangeAspect="1" noChangeArrowheads="1"/>
          </p:cNvSpPr>
          <p:nvPr/>
        </p:nvSpPr>
        <p:spPr bwMode="auto">
          <a:xfrm>
            <a:off x="7053526" y="493813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a:p>
        </p:txBody>
      </p:sp>
      <p:sp>
        <p:nvSpPr>
          <p:cNvPr id="8" name="AutoShape 8" descr="El usuario cargó una imagen.">
            <a:extLst>
              <a:ext uri="{FF2B5EF4-FFF2-40B4-BE49-F238E27FC236}">
                <a16:creationId xmlns:a16="http://schemas.microsoft.com/office/drawing/2014/main" id="{80D2F1B7-BF69-FA93-B201-8E13157F9C5D}"/>
              </a:ext>
            </a:extLst>
          </p:cNvPr>
          <p:cNvSpPr>
            <a:spLocks noChangeAspect="1" noChangeArrowheads="1"/>
          </p:cNvSpPr>
          <p:nvPr/>
        </p:nvSpPr>
        <p:spPr bwMode="auto">
          <a:xfrm>
            <a:off x="8991600" y="3924300"/>
            <a:ext cx="1371600" cy="1371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a:p>
        </p:txBody>
      </p:sp>
      <p:sp>
        <p:nvSpPr>
          <p:cNvPr id="9" name="AutoShape 10">
            <a:extLst>
              <a:ext uri="{FF2B5EF4-FFF2-40B4-BE49-F238E27FC236}">
                <a16:creationId xmlns:a16="http://schemas.microsoft.com/office/drawing/2014/main" id="{00E73A85-A25F-E1DC-DDA8-00732D166BFB}"/>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a:p>
        </p:txBody>
      </p:sp>
    </p:spTree>
    <p:extLst>
      <p:ext uri="{BB962C8B-B14F-4D97-AF65-F5344CB8AC3E}">
        <p14:creationId xmlns:p14="http://schemas.microsoft.com/office/powerpoint/2010/main" val="492407732"/>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MasterPhAnim="0">
  <p:cSld>
    <p:bg>
      <p:bgPr>
        <a:gradFill>
          <a:gsLst>
            <a:gs pos="0">
              <a:srgbClr val="000000">
                <a:alpha val="100000"/>
              </a:srgbClr>
            </a:gs>
            <a:gs pos="33333">
              <a:srgbClr val="091689">
                <a:alpha val="100000"/>
              </a:srgbClr>
            </a:gs>
            <a:gs pos="66667">
              <a:srgbClr val="3820AD">
                <a:alpha val="100000"/>
              </a:srgbClr>
            </a:gs>
            <a:gs pos="100000">
              <a:srgbClr val="000000">
                <a:alpha val="100000"/>
              </a:srgbClr>
            </a:gs>
          </a:gsLst>
          <a:lin ang="2100000" scaled="1"/>
        </a:gradFill>
        <a:effectLst/>
      </p:bgPr>
    </p:bg>
    <p:spTree>
      <p:nvGrpSpPr>
        <p:cNvPr id="1" name=""/>
        <p:cNvGrpSpPr/>
        <p:nvPr/>
      </p:nvGrpSpPr>
      <p:grpSpPr bwMode="auto">
        <a:xfrm>
          <a:off x="0" y="0"/>
          <a:ext cx="0" cy="0"/>
          <a:chOff x="0" y="0"/>
          <a:chExt cx="0" cy="0"/>
        </a:xfrm>
      </p:grpSpPr>
      <p:sp>
        <p:nvSpPr>
          <p:cNvPr id="4" name="TextBox 4"/>
          <p:cNvSpPr txBox="1"/>
          <p:nvPr/>
        </p:nvSpPr>
        <p:spPr bwMode="auto">
          <a:xfrm>
            <a:off x="2971800" y="7727633"/>
            <a:ext cx="7706590" cy="2869215"/>
          </a:xfrm>
          <a:prstGeom prst="rect">
            <a:avLst/>
          </a:prstGeom>
        </p:spPr>
        <p:txBody>
          <a:bodyPr lIns="50799" tIns="50799" rIns="50799" bIns="50799" rtlCol="0" anchor="ctr"/>
          <a:lstStyle/>
          <a:p>
            <a:pPr>
              <a:defRPr/>
            </a:pPr>
            <a:endParaRPr sz="2800" dirty="0">
              <a:solidFill>
                <a:schemeClr val="bg1"/>
              </a:solidFill>
              <a:latin typeface="Arial"/>
              <a:cs typeface="Arial"/>
            </a:endParaRPr>
          </a:p>
        </p:txBody>
      </p:sp>
      <p:sp>
        <p:nvSpPr>
          <p:cNvPr id="1473576313" name="TextBox 5"/>
          <p:cNvSpPr txBox="1"/>
          <p:nvPr/>
        </p:nvSpPr>
        <p:spPr bwMode="auto">
          <a:xfrm>
            <a:off x="419864" y="-174433"/>
            <a:ext cx="11635416" cy="895886"/>
          </a:xfrm>
          <a:prstGeom prst="rect">
            <a:avLst/>
          </a:prstGeom>
        </p:spPr>
        <p:txBody>
          <a:bodyPr lIns="0" tIns="0" rIns="0" bIns="0" rtlCol="0" anchor="t">
            <a:spAutoFit/>
          </a:bodyPr>
          <a:lstStyle/>
          <a:p>
            <a:pPr marL="0" lvl="0" indent="0" algn="l">
              <a:lnSpc>
                <a:spcPts val="8366"/>
              </a:lnSpc>
              <a:spcBef>
                <a:spcPts val="0"/>
              </a:spcBef>
              <a:defRPr/>
            </a:pPr>
            <a:r>
              <a:rPr lang="es-ES" sz="2600" spc="173" dirty="0">
                <a:solidFill>
                  <a:srgbClr val="FFFFFF"/>
                </a:solidFill>
                <a:latin typeface="Etna Sans Serif"/>
                <a:ea typeface="Etna Sans Serif"/>
                <a:cs typeface="Etna Sans Serif"/>
              </a:rPr>
              <a:t>Ejercicio 2 	</a:t>
            </a:r>
            <a:r>
              <a:rPr lang="es-ES" sz="2600" spc="173" dirty="0" err="1">
                <a:solidFill>
                  <a:srgbClr val="FFFFFF"/>
                </a:solidFill>
                <a:latin typeface="Etna Sans Serif"/>
                <a:ea typeface="Etna Sans Serif"/>
                <a:cs typeface="Etna Sans Serif"/>
              </a:rPr>
              <a:t>Creacion</a:t>
            </a:r>
            <a:r>
              <a:rPr lang="es-ES" sz="2600" spc="173" dirty="0">
                <a:solidFill>
                  <a:srgbClr val="FFFFFF"/>
                </a:solidFill>
                <a:latin typeface="Etna Sans Serif"/>
                <a:ea typeface="Etna Sans Serif"/>
                <a:cs typeface="Etna Sans Serif"/>
              </a:rPr>
              <a:t> de base de datos en </a:t>
            </a:r>
            <a:r>
              <a:rPr lang="es-ES" sz="2600" spc="173" dirty="0" err="1">
                <a:solidFill>
                  <a:srgbClr val="FFFFFF"/>
                </a:solidFill>
                <a:latin typeface="Etna Sans Serif"/>
                <a:ea typeface="Etna Sans Serif"/>
                <a:cs typeface="Etna Sans Serif"/>
              </a:rPr>
              <a:t>postgres</a:t>
            </a:r>
            <a:endParaRPr lang="es-ES" sz="2600" spc="172" dirty="0">
              <a:solidFill>
                <a:srgbClr val="FFFFFF"/>
              </a:solidFill>
              <a:latin typeface="Etna Sans Serif"/>
              <a:ea typeface="Etna Sans Serif"/>
              <a:cs typeface="Etna Sans Serif"/>
            </a:endParaRPr>
          </a:p>
        </p:txBody>
      </p:sp>
      <p:sp>
        <p:nvSpPr>
          <p:cNvPr id="674078418" name="TextBox 15"/>
          <p:cNvSpPr txBox="1"/>
          <p:nvPr/>
        </p:nvSpPr>
        <p:spPr bwMode="auto">
          <a:xfrm>
            <a:off x="5780894" y="3863232"/>
            <a:ext cx="913356" cy="274679"/>
          </a:xfrm>
          <a:prstGeom prst="rect">
            <a:avLst/>
          </a:prstGeom>
        </p:spPr>
        <p:txBody>
          <a:bodyPr lIns="0" tIns="0" rIns="0" bIns="0" rtlCol="0" anchor="t">
            <a:spAutoFit/>
          </a:bodyPr>
          <a:lstStyle/>
          <a:p>
            <a:pPr>
              <a:defRPr/>
            </a:pPr>
            <a:endParaRPr/>
          </a:p>
        </p:txBody>
      </p:sp>
      <p:sp>
        <p:nvSpPr>
          <p:cNvPr id="1477880983" name="TextBox 19"/>
          <p:cNvSpPr txBox="1"/>
          <p:nvPr/>
        </p:nvSpPr>
        <p:spPr bwMode="auto">
          <a:xfrm>
            <a:off x="9055755" y="3863232"/>
            <a:ext cx="913356" cy="1062841"/>
          </a:xfrm>
          <a:prstGeom prst="rect">
            <a:avLst/>
          </a:prstGeom>
        </p:spPr>
        <p:txBody>
          <a:bodyPr lIns="0" tIns="0" rIns="0" bIns="0" rtlCol="0" anchor="t">
            <a:spAutoFit/>
          </a:bodyPr>
          <a:lstStyle/>
          <a:p>
            <a:pPr marL="0" lvl="0" indent="0" algn="ctr">
              <a:lnSpc>
                <a:spcPts val="8366"/>
              </a:lnSpc>
              <a:spcBef>
                <a:spcPts val="0"/>
              </a:spcBef>
              <a:defRPr/>
            </a:pPr>
            <a:endParaRPr/>
          </a:p>
        </p:txBody>
      </p:sp>
      <p:sp>
        <p:nvSpPr>
          <p:cNvPr id="225728624" name="CuadroTexto 225728623"/>
          <p:cNvSpPr txBox="1"/>
          <p:nvPr/>
        </p:nvSpPr>
        <p:spPr bwMode="auto">
          <a:xfrm>
            <a:off x="8936697" y="4960619"/>
            <a:ext cx="414603" cy="3657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t>03</a:t>
            </a:r>
          </a:p>
        </p:txBody>
      </p:sp>
      <p:sp>
        <p:nvSpPr>
          <p:cNvPr id="281985410" name="CuadroTexto 281985409"/>
          <p:cNvSpPr txBox="1"/>
          <p:nvPr/>
        </p:nvSpPr>
        <p:spPr bwMode="auto">
          <a:xfrm>
            <a:off x="8936697" y="4960619"/>
            <a:ext cx="414603" cy="3657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t>03</a:t>
            </a:r>
          </a:p>
        </p:txBody>
      </p:sp>
      <p:sp>
        <p:nvSpPr>
          <p:cNvPr id="154677705" name="CuadroTexto 154677704"/>
          <p:cNvSpPr txBox="1"/>
          <p:nvPr/>
        </p:nvSpPr>
        <p:spPr bwMode="auto">
          <a:xfrm>
            <a:off x="8936697" y="4960619"/>
            <a:ext cx="414603" cy="3657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t>03</a:t>
            </a:r>
          </a:p>
        </p:txBody>
      </p:sp>
      <p:sp>
        <p:nvSpPr>
          <p:cNvPr id="6" name="CuadroTexto 5">
            <a:extLst>
              <a:ext uri="{FF2B5EF4-FFF2-40B4-BE49-F238E27FC236}">
                <a16:creationId xmlns:a16="http://schemas.microsoft.com/office/drawing/2014/main" id="{76003DFF-A7A1-5CEF-9FCF-1C7D186AE949}"/>
              </a:ext>
            </a:extLst>
          </p:cNvPr>
          <p:cNvSpPr txBox="1"/>
          <p:nvPr/>
        </p:nvSpPr>
        <p:spPr>
          <a:xfrm>
            <a:off x="273619" y="7797166"/>
            <a:ext cx="7706590" cy="923330"/>
          </a:xfrm>
          <a:prstGeom prst="rect">
            <a:avLst/>
          </a:prstGeom>
          <a:noFill/>
        </p:spPr>
        <p:txBody>
          <a:bodyPr wrap="square">
            <a:spAutoFit/>
          </a:bodyPr>
          <a:lstStyle/>
          <a:p>
            <a:pPr lvl="1">
              <a:defRPr/>
            </a:pPr>
            <a:r>
              <a:rPr lang="es-ES" spc="173" dirty="0">
                <a:solidFill>
                  <a:srgbClr val="FFFFFF"/>
                </a:solidFill>
                <a:latin typeface="Etna Sans Serif"/>
                <a:ea typeface="Etna Sans Serif"/>
                <a:cs typeface="Etna Sans Serif"/>
              </a:rPr>
              <a:t>Para esto presionamos </a:t>
            </a:r>
            <a:r>
              <a:rPr lang="es-ES" spc="173" dirty="0" err="1">
                <a:solidFill>
                  <a:srgbClr val="FFFFFF"/>
                </a:solidFill>
                <a:latin typeface="Etna Sans Serif"/>
                <a:ea typeface="Etna Sans Serif"/>
                <a:cs typeface="Etna Sans Serif"/>
              </a:rPr>
              <a:t>Windows+x</a:t>
            </a:r>
            <a:r>
              <a:rPr lang="es-ES" spc="173" dirty="0">
                <a:solidFill>
                  <a:srgbClr val="FFFFFF"/>
                </a:solidFill>
                <a:latin typeface="Etna Sans Serif"/>
                <a:ea typeface="Etna Sans Serif"/>
                <a:cs typeface="Etna Sans Serif"/>
              </a:rPr>
              <a:t> y damos </a:t>
            </a:r>
            <a:r>
              <a:rPr lang="es-ES" spc="173" dirty="0" err="1">
                <a:solidFill>
                  <a:srgbClr val="FFFFFF"/>
                </a:solidFill>
                <a:latin typeface="Etna Sans Serif"/>
                <a:ea typeface="Etna Sans Serif"/>
                <a:cs typeface="Etna Sans Serif"/>
              </a:rPr>
              <a:t>click</a:t>
            </a:r>
            <a:r>
              <a:rPr lang="es-ES" spc="173" dirty="0">
                <a:solidFill>
                  <a:srgbClr val="FFFFFF"/>
                </a:solidFill>
                <a:latin typeface="Etna Sans Serif"/>
                <a:ea typeface="Etna Sans Serif"/>
                <a:cs typeface="Etna Sans Serif"/>
              </a:rPr>
              <a:t> en administrador de discos esto nos abrirá una ventana donde veremos las particiones que tenemos</a:t>
            </a:r>
            <a:endParaRPr lang="es-ES" spc="172" dirty="0">
              <a:solidFill>
                <a:srgbClr val="FFFFFF"/>
              </a:solidFill>
              <a:latin typeface="Etna Sans Serif"/>
              <a:ea typeface="Etna Sans Serif"/>
              <a:cs typeface="Etna Sans Serif"/>
            </a:endParaRPr>
          </a:p>
        </p:txBody>
      </p:sp>
      <p:pic>
        <p:nvPicPr>
          <p:cNvPr id="3" name="Imagen 2">
            <a:extLst>
              <a:ext uri="{FF2B5EF4-FFF2-40B4-BE49-F238E27FC236}">
                <a16:creationId xmlns:a16="http://schemas.microsoft.com/office/drawing/2014/main" id="{15D26102-6BE2-509D-DEDB-23523E9F09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9864" y="1254917"/>
            <a:ext cx="15283676" cy="7777162"/>
          </a:xfrm>
          <a:prstGeom prst="rect">
            <a:avLst/>
          </a:prstGeom>
        </p:spPr>
      </p:pic>
      <p:sp>
        <p:nvSpPr>
          <p:cNvPr id="9" name="CuadroTexto 8">
            <a:extLst>
              <a:ext uri="{FF2B5EF4-FFF2-40B4-BE49-F238E27FC236}">
                <a16:creationId xmlns:a16="http://schemas.microsoft.com/office/drawing/2014/main" id="{AF9E6529-3339-3DAD-E4E4-B8D348C52955}"/>
              </a:ext>
            </a:extLst>
          </p:cNvPr>
          <p:cNvSpPr txBox="1"/>
          <p:nvPr/>
        </p:nvSpPr>
        <p:spPr>
          <a:xfrm>
            <a:off x="9351300" y="3363875"/>
            <a:ext cx="7848600" cy="3785652"/>
          </a:xfrm>
          <a:prstGeom prst="rect">
            <a:avLst/>
          </a:prstGeom>
          <a:noFill/>
        </p:spPr>
        <p:txBody>
          <a:bodyPr wrap="square">
            <a:spAutoFit/>
          </a:bodyPr>
          <a:lstStyle/>
          <a:p>
            <a:r>
              <a:rPr lang="es-ES" sz="2000" dirty="0">
                <a:solidFill>
                  <a:schemeClr val="bg1"/>
                </a:solidFill>
              </a:rPr>
              <a:t>Primero ingresé al usuario </a:t>
            </a:r>
            <a:r>
              <a:rPr lang="es-ES" sz="2000" dirty="0" err="1">
                <a:solidFill>
                  <a:schemeClr val="bg1"/>
                </a:solidFill>
              </a:rPr>
              <a:t>postgres</a:t>
            </a:r>
            <a:r>
              <a:rPr lang="es-ES" sz="2000" dirty="0">
                <a:solidFill>
                  <a:schemeClr val="bg1"/>
                </a:solidFill>
              </a:rPr>
              <a:t> y abrí PostgreSQL con el comando </a:t>
            </a:r>
            <a:r>
              <a:rPr lang="es-ES" sz="2000" dirty="0" err="1">
                <a:solidFill>
                  <a:schemeClr val="bg1"/>
                </a:solidFill>
              </a:rPr>
              <a:t>psql</a:t>
            </a:r>
            <a:r>
              <a:rPr lang="es-ES" sz="2000" dirty="0">
                <a:solidFill>
                  <a:schemeClr val="bg1"/>
                </a:solidFill>
              </a:rPr>
              <a:t>. Después intenté crear la base de datos, pero al inicio escribí por error el indicador </a:t>
            </a:r>
            <a:r>
              <a:rPr lang="es-ES" sz="2000" dirty="0" err="1">
                <a:solidFill>
                  <a:schemeClr val="bg1"/>
                </a:solidFill>
              </a:rPr>
              <a:t>postgres</a:t>
            </a:r>
            <a:r>
              <a:rPr lang="es-ES" sz="2000" dirty="0">
                <a:solidFill>
                  <a:schemeClr val="bg1"/>
                </a:solidFill>
              </a:rPr>
              <a:t>=#, por eso apareció un error de sintaxis. Luego corregí el comando y creé correctamente la base de datos llamada escuela_postgres2.</a:t>
            </a:r>
          </a:p>
          <a:p>
            <a:r>
              <a:rPr lang="es-ES" sz="2000" dirty="0">
                <a:solidFill>
                  <a:schemeClr val="bg1"/>
                </a:solidFill>
              </a:rPr>
              <a:t>Después verifiqué la creación con el comando \l, donde ya apareció la nueva base de datos en la lista. Posteriormente me conecté a ella con \c escuela_postgres2 y creé la tabla alumnos con los campos id, nombre, edad y carrera.</a:t>
            </a:r>
          </a:p>
          <a:p>
            <a:r>
              <a:rPr lang="es-ES" sz="2000" dirty="0">
                <a:solidFill>
                  <a:schemeClr val="bg1"/>
                </a:solidFill>
              </a:rPr>
              <a:t>Finalmente inserté un registro con el nombre Carlos </a:t>
            </a:r>
            <a:r>
              <a:rPr lang="es-ES" sz="2000" dirty="0" err="1">
                <a:solidFill>
                  <a:schemeClr val="bg1"/>
                </a:solidFill>
              </a:rPr>
              <a:t>Perez</a:t>
            </a:r>
            <a:r>
              <a:rPr lang="es-ES" sz="2000" dirty="0">
                <a:solidFill>
                  <a:schemeClr val="bg1"/>
                </a:solidFill>
              </a:rPr>
              <a:t>, edad 22 y carrera </a:t>
            </a:r>
            <a:r>
              <a:rPr lang="es-ES" sz="2000" dirty="0" err="1">
                <a:solidFill>
                  <a:schemeClr val="bg1"/>
                </a:solidFill>
              </a:rPr>
              <a:t>Ingenieria</a:t>
            </a:r>
            <a:r>
              <a:rPr lang="es-ES" sz="2000" dirty="0">
                <a:solidFill>
                  <a:schemeClr val="bg1"/>
                </a:solidFill>
              </a:rPr>
              <a:t> en Sistemas. Para comprobarlo, ejecuté SELECT * FROM alumnos; y se mostró el dato guardado correctamente en la tabla.</a:t>
            </a:r>
          </a:p>
        </p:txBody>
      </p:sp>
    </p:spTree>
    <p:extLst>
      <p:ext uri="{BB962C8B-B14F-4D97-AF65-F5344CB8AC3E}">
        <p14:creationId xmlns:p14="http://schemas.microsoft.com/office/powerpoint/2010/main" val="3345527706"/>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MasterPhAnim="0">
  <p:cSld>
    <p:bg>
      <p:bgPr>
        <a:gradFill>
          <a:gsLst>
            <a:gs pos="0">
              <a:srgbClr val="000000">
                <a:alpha val="100000"/>
              </a:srgbClr>
            </a:gs>
            <a:gs pos="33333">
              <a:srgbClr val="091689">
                <a:alpha val="100000"/>
              </a:srgbClr>
            </a:gs>
            <a:gs pos="66667">
              <a:srgbClr val="3820AD">
                <a:alpha val="100000"/>
              </a:srgbClr>
            </a:gs>
            <a:gs pos="100000">
              <a:srgbClr val="000000">
                <a:alpha val="100000"/>
              </a:srgbClr>
            </a:gs>
          </a:gsLst>
          <a:lin ang="2100000" scaled="1"/>
        </a:gradFill>
        <a:effectLst/>
      </p:bgPr>
    </p:bg>
    <p:spTree>
      <p:nvGrpSpPr>
        <p:cNvPr id="1" name=""/>
        <p:cNvGrpSpPr/>
        <p:nvPr/>
      </p:nvGrpSpPr>
      <p:grpSpPr bwMode="auto">
        <a:xfrm>
          <a:off x="0" y="0"/>
          <a:ext cx="0" cy="0"/>
          <a:chOff x="0" y="0"/>
          <a:chExt cx="0" cy="0"/>
        </a:xfrm>
      </p:grpSpPr>
      <p:sp>
        <p:nvSpPr>
          <p:cNvPr id="4" name="TextBox 4"/>
          <p:cNvSpPr txBox="1"/>
          <p:nvPr/>
        </p:nvSpPr>
        <p:spPr bwMode="auto">
          <a:xfrm>
            <a:off x="2971800" y="7727633"/>
            <a:ext cx="7706590" cy="2869215"/>
          </a:xfrm>
          <a:prstGeom prst="rect">
            <a:avLst/>
          </a:prstGeom>
        </p:spPr>
        <p:txBody>
          <a:bodyPr lIns="50799" tIns="50799" rIns="50799" bIns="50799" rtlCol="0" anchor="ctr"/>
          <a:lstStyle/>
          <a:p>
            <a:pPr>
              <a:defRPr/>
            </a:pPr>
            <a:endParaRPr sz="2800" dirty="0">
              <a:solidFill>
                <a:schemeClr val="bg1"/>
              </a:solidFill>
              <a:latin typeface="Arial"/>
              <a:cs typeface="Arial"/>
            </a:endParaRPr>
          </a:p>
        </p:txBody>
      </p:sp>
      <p:sp>
        <p:nvSpPr>
          <p:cNvPr id="1473576313" name="TextBox 5"/>
          <p:cNvSpPr txBox="1"/>
          <p:nvPr/>
        </p:nvSpPr>
        <p:spPr bwMode="auto">
          <a:xfrm>
            <a:off x="1225344" y="-171435"/>
            <a:ext cx="11635416" cy="895886"/>
          </a:xfrm>
          <a:prstGeom prst="rect">
            <a:avLst/>
          </a:prstGeom>
        </p:spPr>
        <p:txBody>
          <a:bodyPr lIns="0" tIns="0" rIns="0" bIns="0" rtlCol="0" anchor="t">
            <a:spAutoFit/>
          </a:bodyPr>
          <a:lstStyle/>
          <a:p>
            <a:pPr marL="0" lvl="0" indent="0" algn="l">
              <a:lnSpc>
                <a:spcPts val="8366"/>
              </a:lnSpc>
              <a:spcBef>
                <a:spcPts val="0"/>
              </a:spcBef>
              <a:defRPr/>
            </a:pPr>
            <a:r>
              <a:rPr lang="es-ES" sz="2600" spc="173" dirty="0">
                <a:solidFill>
                  <a:srgbClr val="FFFFFF"/>
                </a:solidFill>
                <a:latin typeface="Etna Sans Serif"/>
                <a:ea typeface="Etna Sans Serif"/>
                <a:cs typeface="Etna Sans Serif"/>
              </a:rPr>
              <a:t>Ejercicio 3 creación de base de datos en </a:t>
            </a:r>
            <a:r>
              <a:rPr lang="es-ES" sz="2600" spc="173" dirty="0" err="1">
                <a:solidFill>
                  <a:srgbClr val="FFFFFF"/>
                </a:solidFill>
                <a:latin typeface="Etna Sans Serif"/>
                <a:ea typeface="Etna Sans Serif"/>
                <a:cs typeface="Etna Sans Serif"/>
              </a:rPr>
              <a:t>mysql</a:t>
            </a:r>
            <a:endParaRPr lang="es-ES" sz="2600" spc="172" dirty="0">
              <a:solidFill>
                <a:srgbClr val="FFFFFF"/>
              </a:solidFill>
              <a:latin typeface="Etna Sans Serif"/>
              <a:ea typeface="Etna Sans Serif"/>
              <a:cs typeface="Etna Sans Serif"/>
            </a:endParaRPr>
          </a:p>
        </p:txBody>
      </p:sp>
      <p:sp>
        <p:nvSpPr>
          <p:cNvPr id="674078418" name="TextBox 15"/>
          <p:cNvSpPr txBox="1"/>
          <p:nvPr/>
        </p:nvSpPr>
        <p:spPr bwMode="auto">
          <a:xfrm>
            <a:off x="5780894" y="3863232"/>
            <a:ext cx="913356" cy="274679"/>
          </a:xfrm>
          <a:prstGeom prst="rect">
            <a:avLst/>
          </a:prstGeom>
        </p:spPr>
        <p:txBody>
          <a:bodyPr lIns="0" tIns="0" rIns="0" bIns="0" rtlCol="0" anchor="t">
            <a:spAutoFit/>
          </a:bodyPr>
          <a:lstStyle/>
          <a:p>
            <a:pPr>
              <a:defRPr/>
            </a:pPr>
            <a:endParaRPr/>
          </a:p>
        </p:txBody>
      </p:sp>
      <p:sp>
        <p:nvSpPr>
          <p:cNvPr id="1477880983" name="TextBox 19"/>
          <p:cNvSpPr txBox="1"/>
          <p:nvPr/>
        </p:nvSpPr>
        <p:spPr bwMode="auto">
          <a:xfrm>
            <a:off x="9055755" y="3863232"/>
            <a:ext cx="913356" cy="1062841"/>
          </a:xfrm>
          <a:prstGeom prst="rect">
            <a:avLst/>
          </a:prstGeom>
        </p:spPr>
        <p:txBody>
          <a:bodyPr lIns="0" tIns="0" rIns="0" bIns="0" rtlCol="0" anchor="t">
            <a:spAutoFit/>
          </a:bodyPr>
          <a:lstStyle/>
          <a:p>
            <a:pPr marL="0" lvl="0" indent="0" algn="ctr">
              <a:lnSpc>
                <a:spcPts val="8366"/>
              </a:lnSpc>
              <a:spcBef>
                <a:spcPts val="0"/>
              </a:spcBef>
              <a:defRPr/>
            </a:pPr>
            <a:endParaRPr/>
          </a:p>
        </p:txBody>
      </p:sp>
      <p:sp>
        <p:nvSpPr>
          <p:cNvPr id="225728624" name="CuadroTexto 225728623"/>
          <p:cNvSpPr txBox="1"/>
          <p:nvPr/>
        </p:nvSpPr>
        <p:spPr bwMode="auto">
          <a:xfrm>
            <a:off x="8936697" y="4960619"/>
            <a:ext cx="414603" cy="3657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t>03</a:t>
            </a:r>
          </a:p>
        </p:txBody>
      </p:sp>
      <p:sp>
        <p:nvSpPr>
          <p:cNvPr id="281985410" name="CuadroTexto 281985409"/>
          <p:cNvSpPr txBox="1"/>
          <p:nvPr/>
        </p:nvSpPr>
        <p:spPr bwMode="auto">
          <a:xfrm>
            <a:off x="8936697" y="4960619"/>
            <a:ext cx="414603" cy="3657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t>03</a:t>
            </a:r>
          </a:p>
        </p:txBody>
      </p:sp>
      <p:sp>
        <p:nvSpPr>
          <p:cNvPr id="154677705" name="CuadroTexto 154677704"/>
          <p:cNvSpPr txBox="1"/>
          <p:nvPr/>
        </p:nvSpPr>
        <p:spPr bwMode="auto">
          <a:xfrm>
            <a:off x="8936697" y="4960619"/>
            <a:ext cx="414603" cy="3657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t>03</a:t>
            </a:r>
          </a:p>
        </p:txBody>
      </p:sp>
      <p:sp>
        <p:nvSpPr>
          <p:cNvPr id="10" name="CuadroTexto 9">
            <a:extLst>
              <a:ext uri="{FF2B5EF4-FFF2-40B4-BE49-F238E27FC236}">
                <a16:creationId xmlns:a16="http://schemas.microsoft.com/office/drawing/2014/main" id="{EB973715-185E-AB90-965D-1ACF907E03D7}"/>
              </a:ext>
            </a:extLst>
          </p:cNvPr>
          <p:cNvSpPr txBox="1"/>
          <p:nvPr/>
        </p:nvSpPr>
        <p:spPr>
          <a:xfrm>
            <a:off x="10678390" y="7453094"/>
            <a:ext cx="9144000" cy="369332"/>
          </a:xfrm>
          <a:prstGeom prst="rect">
            <a:avLst/>
          </a:prstGeom>
          <a:noFill/>
        </p:spPr>
        <p:txBody>
          <a:bodyPr wrap="square">
            <a:spAutoFit/>
          </a:bodyPr>
          <a:lstStyle/>
          <a:p>
            <a:pPr algn="l"/>
            <a:r>
              <a:rPr lang="es-MX" spc="173" dirty="0">
                <a:solidFill>
                  <a:srgbClr val="FFFFFF"/>
                </a:solidFill>
                <a:latin typeface="Etna Sans Serif"/>
                <a:ea typeface="Etna Sans Serif"/>
                <a:cs typeface="Etna Sans Serif"/>
              </a:rPr>
              <a:t>Y se mostrara la partición no asignada</a:t>
            </a:r>
            <a:endParaRPr lang="es-ES" spc="172" dirty="0">
              <a:solidFill>
                <a:srgbClr val="FFFFFF"/>
              </a:solidFill>
              <a:latin typeface="Etna Sans Serif"/>
              <a:ea typeface="Etna Sans Serif"/>
              <a:cs typeface="Etna Sans Serif"/>
            </a:endParaRPr>
          </a:p>
        </p:txBody>
      </p:sp>
      <p:sp>
        <p:nvSpPr>
          <p:cNvPr id="2" name="AutoShape 2">
            <a:extLst>
              <a:ext uri="{FF2B5EF4-FFF2-40B4-BE49-F238E27FC236}">
                <a16:creationId xmlns:a16="http://schemas.microsoft.com/office/drawing/2014/main" id="{803A5658-6226-2E15-72C1-D77C7E97F33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a:p>
        </p:txBody>
      </p:sp>
      <p:pic>
        <p:nvPicPr>
          <p:cNvPr id="5" name="Imagen 4">
            <a:extLst>
              <a:ext uri="{FF2B5EF4-FFF2-40B4-BE49-F238E27FC236}">
                <a16:creationId xmlns:a16="http://schemas.microsoft.com/office/drawing/2014/main" id="{899B3EF7-34D0-21B3-04CC-F4F2286BFEB8}"/>
              </a:ext>
            </a:extLst>
          </p:cNvPr>
          <p:cNvPicPr>
            <a:picLocks noChangeAspect="1"/>
          </p:cNvPicPr>
          <p:nvPr/>
        </p:nvPicPr>
        <p:blipFill>
          <a:blip r:embed="rId3"/>
          <a:stretch>
            <a:fillRect/>
          </a:stretch>
        </p:blipFill>
        <p:spPr>
          <a:xfrm>
            <a:off x="1159274" y="1568444"/>
            <a:ext cx="14086200" cy="7150108"/>
          </a:xfrm>
          <a:prstGeom prst="rect">
            <a:avLst/>
          </a:prstGeom>
        </p:spPr>
      </p:pic>
      <p:sp>
        <p:nvSpPr>
          <p:cNvPr id="8" name="CuadroTexto 7">
            <a:extLst>
              <a:ext uri="{FF2B5EF4-FFF2-40B4-BE49-F238E27FC236}">
                <a16:creationId xmlns:a16="http://schemas.microsoft.com/office/drawing/2014/main" id="{8A288AC8-00A8-830D-04DE-7E4C1A4CA823}"/>
              </a:ext>
            </a:extLst>
          </p:cNvPr>
          <p:cNvSpPr txBox="1"/>
          <p:nvPr/>
        </p:nvSpPr>
        <p:spPr>
          <a:xfrm>
            <a:off x="4955458" y="4059392"/>
            <a:ext cx="9910916" cy="2308324"/>
          </a:xfrm>
          <a:prstGeom prst="rect">
            <a:avLst/>
          </a:prstGeom>
          <a:noFill/>
        </p:spPr>
        <p:txBody>
          <a:bodyPr wrap="square">
            <a:spAutoFit/>
          </a:bodyPr>
          <a:lstStyle/>
          <a:p>
            <a:r>
              <a:rPr lang="es-ES" dirty="0">
                <a:solidFill>
                  <a:schemeClr val="bg1"/>
                </a:solidFill>
              </a:rPr>
              <a:t>Primero ingresé a MySQL con el usuario </a:t>
            </a:r>
            <a:r>
              <a:rPr lang="es-ES" dirty="0" err="1">
                <a:solidFill>
                  <a:schemeClr val="bg1"/>
                </a:solidFill>
              </a:rPr>
              <a:t>root</a:t>
            </a:r>
            <a:r>
              <a:rPr lang="es-ES" dirty="0">
                <a:solidFill>
                  <a:schemeClr val="bg1"/>
                </a:solidFill>
              </a:rPr>
              <a:t>. Al inicio escribí por error el comando sudo </a:t>
            </a:r>
            <a:r>
              <a:rPr lang="es-ES" dirty="0" err="1">
                <a:solidFill>
                  <a:schemeClr val="bg1"/>
                </a:solidFill>
              </a:rPr>
              <a:t>mysql</a:t>
            </a:r>
            <a:r>
              <a:rPr lang="es-ES" dirty="0">
                <a:solidFill>
                  <a:schemeClr val="bg1"/>
                </a:solidFill>
              </a:rPr>
              <a:t> dentro de MySQL, por eso apareció un error de sintaxis. Después corregí y creé correctamente la base de datos llamada escuela.</a:t>
            </a:r>
          </a:p>
          <a:p>
            <a:r>
              <a:rPr lang="es-ES" dirty="0">
                <a:solidFill>
                  <a:schemeClr val="bg1"/>
                </a:solidFill>
              </a:rPr>
              <a:t>Luego verifiqué la creación con SHOW DATABASES;, donde ya apareció la base de datos en la lista. Después entré a ella con USE escuela; y creé la tabla alumnos con los campos id, nombre, edad y carrera.</a:t>
            </a:r>
          </a:p>
          <a:p>
            <a:r>
              <a:rPr lang="es-ES" dirty="0">
                <a:solidFill>
                  <a:schemeClr val="bg1"/>
                </a:solidFill>
              </a:rPr>
              <a:t>Finalmente inserté un registro con el nombre Juan Pérez, edad 20 y carrera Ingeniería en Sistemas. Para comprobarlo, ejecuté SELECT * FROM alumnos; y se mostró el dato guardado correctamente en la tabla</a:t>
            </a:r>
            <a:r>
              <a:rPr lang="es-ES" dirty="0"/>
              <a:t>.</a:t>
            </a:r>
          </a:p>
        </p:txBody>
      </p:sp>
    </p:spTree>
    <p:extLst>
      <p:ext uri="{BB962C8B-B14F-4D97-AF65-F5344CB8AC3E}">
        <p14:creationId xmlns:p14="http://schemas.microsoft.com/office/powerpoint/2010/main" val="2334532466"/>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MasterPhAnim="0">
  <p:cSld>
    <p:bg>
      <p:bgPr>
        <a:gradFill>
          <a:gsLst>
            <a:gs pos="0">
              <a:srgbClr val="000000">
                <a:alpha val="100000"/>
              </a:srgbClr>
            </a:gs>
            <a:gs pos="25000">
              <a:srgbClr val="091689">
                <a:alpha val="100000"/>
              </a:srgbClr>
            </a:gs>
            <a:gs pos="50000">
              <a:srgbClr val="3820AD">
                <a:alpha val="100000"/>
              </a:srgbClr>
            </a:gs>
            <a:gs pos="75000">
              <a:srgbClr val="3820AD">
                <a:alpha val="100000"/>
              </a:srgbClr>
            </a:gs>
            <a:gs pos="100000">
              <a:srgbClr val="200D7B">
                <a:alpha val="100000"/>
              </a:srgbClr>
            </a:gs>
          </a:gsLst>
          <a:lin ang="2100000" scaled="1"/>
        </a:gradFill>
        <a:effectLst/>
      </p:bgPr>
    </p:bg>
    <p:spTree>
      <p:nvGrpSpPr>
        <p:cNvPr id="1" name=""/>
        <p:cNvGrpSpPr/>
        <p:nvPr/>
      </p:nvGrpSpPr>
      <p:grpSpPr bwMode="auto">
        <a:xfrm>
          <a:off x="0" y="0"/>
          <a:ext cx="0" cy="0"/>
          <a:chOff x="0" y="0"/>
          <a:chExt cx="0" cy="0"/>
        </a:xfrm>
      </p:grpSpPr>
      <p:sp>
        <p:nvSpPr>
          <p:cNvPr id="1710098521" name="Freeform 8"/>
          <p:cNvSpPr/>
          <p:nvPr/>
        </p:nvSpPr>
        <p:spPr bwMode="auto">
          <a:xfrm>
            <a:off x="421081" y="521971"/>
            <a:ext cx="5802923" cy="4114800"/>
          </a:xfrm>
          <a:custGeom>
            <a:avLst/>
            <a:gdLst/>
            <a:ahLst/>
            <a:cxnLst/>
            <a:rect l="l" t="t" r="r" b="b"/>
            <a:pathLst>
              <a:path w="5802923" h="4114800" extrusionOk="0">
                <a:moveTo>
                  <a:pt x="0" y="0"/>
                </a:moveTo>
                <a:lnTo>
                  <a:pt x="5802923" y="0"/>
                </a:lnTo>
                <a:lnTo>
                  <a:pt x="5802923" y="4114800"/>
                </a:lnTo>
                <a:lnTo>
                  <a:pt x="0" y="4114800"/>
                </a:lnTo>
                <a:lnTo>
                  <a:pt x="0" y="0"/>
                </a:lnTo>
                <a:close/>
              </a:path>
            </a:pathLst>
          </a:custGeom>
          <a:blipFill rotWithShape="1">
            <a:blip r:embed="rId3"/>
            <a:stretch>
              <a:fillRect/>
            </a:stretch>
          </a:blipFill>
        </p:spPr>
      </p:sp>
      <p:sp>
        <p:nvSpPr>
          <p:cNvPr id="837217533" name="Freeform 9"/>
          <p:cNvSpPr/>
          <p:nvPr/>
        </p:nvSpPr>
        <p:spPr bwMode="auto">
          <a:xfrm flipH="1" flipV="1">
            <a:off x="12063996" y="5773361"/>
            <a:ext cx="5802923" cy="4114800"/>
          </a:xfrm>
          <a:custGeom>
            <a:avLst/>
            <a:gdLst/>
            <a:ahLst/>
            <a:cxnLst/>
            <a:rect l="l" t="t" r="r" b="b"/>
            <a:pathLst>
              <a:path w="5802923" h="4114800" extrusionOk="0">
                <a:moveTo>
                  <a:pt x="5802923" y="4114800"/>
                </a:moveTo>
                <a:lnTo>
                  <a:pt x="0" y="4114800"/>
                </a:lnTo>
                <a:lnTo>
                  <a:pt x="0" y="0"/>
                </a:lnTo>
                <a:lnTo>
                  <a:pt x="5802923" y="0"/>
                </a:lnTo>
                <a:lnTo>
                  <a:pt x="5802923" y="4114800"/>
                </a:lnTo>
                <a:close/>
              </a:path>
            </a:pathLst>
          </a:custGeom>
          <a:blipFill rotWithShape="1">
            <a:blip r:embed="rId3"/>
            <a:stretch>
              <a:fillRect/>
            </a:stretch>
          </a:blipFill>
        </p:spPr>
      </p:sp>
      <p:sp>
        <p:nvSpPr>
          <p:cNvPr id="552871635" name="AutoShape 10"/>
          <p:cNvSpPr/>
          <p:nvPr/>
        </p:nvSpPr>
        <p:spPr bwMode="auto">
          <a:xfrm flipV="1">
            <a:off x="6528547" y="607695"/>
            <a:ext cx="10942241" cy="0"/>
          </a:xfrm>
          <a:prstGeom prst="line">
            <a:avLst/>
          </a:prstGeom>
          <a:ln w="19050" cap="flat">
            <a:solidFill>
              <a:srgbClr val="FFFFFF"/>
            </a:solidFill>
            <a:prstDash val="solid"/>
            <a:headEnd type="oval" w="lg" len="lg"/>
            <a:tailEnd type="none" w="sm" len="sm"/>
          </a:ln>
        </p:spPr>
      </p:sp>
      <p:sp>
        <p:nvSpPr>
          <p:cNvPr id="1365982969" name="AutoShape 11"/>
          <p:cNvSpPr/>
          <p:nvPr/>
        </p:nvSpPr>
        <p:spPr bwMode="auto">
          <a:xfrm flipH="1">
            <a:off x="752883" y="9745287"/>
            <a:ext cx="10942241" cy="0"/>
          </a:xfrm>
          <a:prstGeom prst="line">
            <a:avLst/>
          </a:prstGeom>
          <a:ln w="19050" cap="flat">
            <a:solidFill>
              <a:srgbClr val="FFFFFF"/>
            </a:solidFill>
            <a:prstDash val="solid"/>
            <a:headEnd type="oval" w="lg" len="lg"/>
            <a:tailEnd type="none" w="sm" len="sm"/>
          </a:ln>
        </p:spPr>
      </p:sp>
      <p:sp>
        <p:nvSpPr>
          <p:cNvPr id="1237816248" name="TextBox 12"/>
          <p:cNvSpPr txBox="1"/>
          <p:nvPr/>
        </p:nvSpPr>
        <p:spPr bwMode="auto">
          <a:xfrm>
            <a:off x="5825861" y="3479905"/>
            <a:ext cx="6636277" cy="5601533"/>
          </a:xfrm>
          <a:prstGeom prst="rect">
            <a:avLst/>
          </a:prstGeom>
        </p:spPr>
        <p:txBody>
          <a:bodyPr lIns="0" tIns="0" rIns="0" bIns="0" rtlCol="0" anchor="t">
            <a:spAutoFit/>
          </a:bodyPr>
          <a:lstStyle/>
          <a:p>
            <a:pPr algn="l"/>
            <a:r>
              <a:rPr lang="es-ES" sz="2800" b="0" i="0" dirty="0">
                <a:solidFill>
                  <a:schemeClr val="bg1"/>
                </a:solidFill>
                <a:effectLst/>
                <a:latin typeface="pplxSerif"/>
              </a:rPr>
              <a:t>En esta práctica se logró crear bases de datos tablas e insertar registros en Oracle PostgreSQL y MySQL. También se comprobó que la información quedó guardada correctamente mediante consultas de verificación.</a:t>
            </a:r>
          </a:p>
          <a:p>
            <a:pPr algn="l"/>
            <a:r>
              <a:rPr lang="es-ES" sz="2800" b="0" i="0" dirty="0">
                <a:solidFill>
                  <a:schemeClr val="bg1"/>
                </a:solidFill>
                <a:effectLst/>
                <a:latin typeface="pplxSerif"/>
              </a:rPr>
              <a:t>Gracias a esta actividad fue posible reforzar el uso de comandos básicos y comprender mejor el funcionamiento de cada sistema gestor. En general la práctica cumplió con su objetivo ya que permitió aplicar los conocimientos teóricos en un entorno real de trabajo.</a:t>
            </a:r>
          </a:p>
        </p:txBody>
      </p:sp>
      <p:sp>
        <p:nvSpPr>
          <p:cNvPr id="702311257" name="TextBox 13"/>
          <p:cNvSpPr txBox="1"/>
          <p:nvPr/>
        </p:nvSpPr>
        <p:spPr bwMode="auto">
          <a:xfrm>
            <a:off x="4185995" y="1759034"/>
            <a:ext cx="9916010" cy="1065079"/>
          </a:xfrm>
          <a:prstGeom prst="rect">
            <a:avLst/>
          </a:prstGeom>
        </p:spPr>
        <p:txBody>
          <a:bodyPr lIns="0" tIns="0" rIns="0" bIns="0" rtlCol="0" anchor="t">
            <a:spAutoFit/>
          </a:bodyPr>
          <a:lstStyle/>
          <a:p>
            <a:pPr marL="0" lvl="0" indent="0" algn="ctr">
              <a:lnSpc>
                <a:spcPts val="8758"/>
              </a:lnSpc>
              <a:spcBef>
                <a:spcPts val="0"/>
              </a:spcBef>
              <a:defRPr/>
            </a:pPr>
            <a:r>
              <a:rPr lang="en-US" sz="6250" u="none" strike="noStrike" spc="181" dirty="0">
                <a:solidFill>
                  <a:srgbClr val="FFFFFF"/>
                </a:solidFill>
                <a:latin typeface="Etna Sans Serif"/>
                <a:ea typeface="Etna Sans Serif"/>
                <a:cs typeface="Etna Sans Serif"/>
              </a:rPr>
              <a:t>Conclusion</a:t>
            </a:r>
            <a:endParaRPr dirty="0"/>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135</TotalTime>
  <Words>932</Words>
  <Application>Microsoft Office PowerPoint</Application>
  <PresentationFormat>Personalizado</PresentationFormat>
  <Paragraphs>65</Paragraphs>
  <Slides>8</Slides>
  <Notes>8</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8</vt:i4>
      </vt:variant>
    </vt:vector>
  </HeadingPairs>
  <TitlesOfParts>
    <vt:vector size="13" baseType="lpstr">
      <vt:lpstr>Etna Sans Serif</vt:lpstr>
      <vt:lpstr>pplxSerif</vt: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inteligencia artificial tecnológico futurista azul</dc:title>
  <dc:creator>Eddi Castillo</dc:creator>
  <cp:lastModifiedBy>eddi castillo</cp:lastModifiedBy>
  <cp:revision>7</cp:revision>
  <dcterms:created xsi:type="dcterms:W3CDTF">2006-08-16T00:00:00Z</dcterms:created>
  <dcterms:modified xsi:type="dcterms:W3CDTF">2026-06-04T03:41:11Z</dcterms:modified>
  <dc:identifier>DAG5HNVbWrE</dc:identifier>
</cp:coreProperties>
</file>